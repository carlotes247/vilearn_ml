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Dyads (8)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0.74 ± 0.21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ns (d=+0.89)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ns (d=+0.52)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Triads (12)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Random Forest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0.88 ± 0.09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0.80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p&lt;0.001  d=2.4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p=0.005  d=1.35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 (20)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Random Forest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0.82 ± 0.16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0.71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p&lt;0.001  d=1.48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p=0.004  d=0.92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leave-one-group-out accuracy; paired t-test (Bonferroni) + Cohen's d. Linguistic+affective beats the prior gaze×speaking QDA on Triads &amp; All (medium–large effect, d 0.9–1.35); dyads trend the same way but n=8 is underpowered. No gaze features used.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1 Hz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downsampled frames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-&gt; less noise; 60 s wins. Features differ slightly by scale (segment &amp; 60 s include linguistic; 1 Hz frame = affective+speaking).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0.21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speaking_role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(valence +, dominance -). Individual engagement: speaking_role (+), valence, word_count (+), words_per_second (+).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-0.05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-0.10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slight degradation - best base 0.82 &gt; best +embeddings 0.77. Added dimensions = noise.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400"/>
              <a:t>Double dissociation: group TE &lt;- audio affect (valence/dominance); individual engagement &lt;- (para)linguistic (speaking + text)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400"/>
              <a:t>Linguistic-only detects TE? Modest for group TE (acc ~0.72, below audio); but the BEST channel for individual engagement (acc ~0.71)</a:t>
            </a:r>
          </a:p>
          <a:p>
            <a:r>
              <a:rPr sz="1400"/>
              <a:t>Strongest linguistic features? speaking_role, word_count, words_per_second + sentiment (individual). Group TE driven by audio valence (+) / dominance (-), not text</a:t>
            </a:r>
          </a:p>
          <a:p>
            <a:r>
              <a:rPr sz="1400"/>
              <a:t>Multimodal (both)? group TE 0.82-0.88, individual 0.69-0.73 = matches the dominant single modality; no synergy; embeddings on top degrade slightly</a:t>
            </a:r>
          </a:p>
          <a:p>
            <a:r>
              <a:rPr sz="1400"/>
              <a:t>Multimodal significantly beats prior gaze x speaking QDA on All + Triads (d = 0.9-1.35); dyads trend same but n=8 underpowered</a:t>
            </a:r>
          </a:p>
          <a:p>
            <a:r>
              <a:rPr sz="1400"/>
              <a:t>Open: individual engagement ~0.70; class imbalance (74% high); 60 s windows best granularity</a:t>
            </a:r>
          </a:p>
          <a:p>
            <a:r>
              <a:rPr sz="14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