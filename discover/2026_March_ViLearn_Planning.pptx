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  <p:sldId id="275" r:id="rId23"/>
    <p:sldId id="276" r:id="rId24"/>
    <p:sldId id="277" r:id="rId25"/>
    <p:sldId id="278" r:id="rId2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Majority baseline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0.54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0.83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0.56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0.71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0.77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0.65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5760" y="6035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Redone on CLEAN 2-annotator labels, group-level (185 windows), scaled nested CV (was bugged labels + uniform/seed baseline). Majority baseline = deterministic always-predict-majority. Significance is now METHOD-DEPENDENT (uniform vs majority vs permutation give different verdicts) — see 'Methodology Review' slides; no fixed red boxes.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Significance Depends on the Test (sig → ns → sig)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1280160"/>
                <a:gridCol w="210312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Detector /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uniform-dummy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 1-samp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permutation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LogReg 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0.019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0.058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0.117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0.052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0.083 ✗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NB 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0.144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0.090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84048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All group-level, nested model selection, RAW p (Bonferroni shifts the threshold but not the pattern).</a:t>
            </a:r>
          </a:p>
          <a:p>
            <a:r>
              <a:rPr sz="1200"/>
              <a:t>Uniform-dummy = stochastic/gameable floor (prior + our first pass). Majority = deterministic always-predict-majority. Permutation = shuffle-label null (seed-proof).</a:t>
            </a:r>
          </a:p>
          <a:p>
            <a:r>
              <a:rPr sz="1200"/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Representation: Group-level vs Long-format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96012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Audio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group-level (197)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long-format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9184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Long-format repeats each group-window once per participant (dyad ×2, triad ×3) → pseudo-replication on a group-level label.</a:t>
            </a:r>
          </a:p>
          <a:p>
            <a:r>
              <a:rPr sz="1200"/>
              <a:t>But best-model accuracy is ~identical (Δ ≤ 0.01) → dedup does NOT inflate numbers. Group-level is the honest unit and avoids the reviewer objection.</a:t>
            </a:r>
          </a:p>
          <a:p>
            <a:r>
              <a:rPr sz="1200"/>
              <a:t>Note: the prior gaze detector was ALWAYS group-level (185 windows). Moving ours to group-level makes the comparison apples-to-apples.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Methodology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1. Significance test: uniform-dummy (gameable) vs majority one-sample vs permutation (recommend permutation — seed-proof, handles class balance).</a:t>
            </a:r>
          </a:p>
          <a:p>
            <a:r>
              <a:rPr sz="1200"/>
              <a:t>2. Unit of analysis: group-level (honest, recommend) vs long-format (pseudo-replication). Accuracy ~unchanged either way.</a:t>
            </a:r>
          </a:p>
          <a:p>
            <a:r>
              <a:rPr sz="1200"/>
              <a:t>3. Chance baseline: uniform 0.5 vs deterministic majority (All 0.51 / Dyads 0.59 / Triads 0.55). Recommend majority.</a:t>
            </a:r>
          </a:p>
          <a:p>
            <a:r>
              <a:rPr sz="1200"/>
              <a:t>4. Model selection: nested best-per-cell — the dyad verdict flips on which model is used (single fixed model is misleading).</a:t>
            </a:r>
          </a:p>
          <a:p>
            <a:r>
              <a:rPr sz="1200"/>
              <a:t>5. Headline modality: audio-only (best for group TE, gaze-free) vs multimodal. Recommend lead with audio-only.</a:t>
            </a:r>
          </a:p>
          <a:p>
            <a:r>
              <a:rPr sz="1200"/>
              <a:t>6. Dyads n=8 is underpowered — report with caveat regardless of method.</a:t>
            </a:r>
          </a:p>
          <a:p>
            <a:r>
              <a:rPr sz="1200"/>
              <a:t>7. Scaled vs unscaled features (slide 'Prior Baseline — Corrected'): scaled = our pipeline; affects prior 0.67→0.73.</a:t>
            </a:r>
          </a:p>
          <a:p>
            <a:r>
              <a:rPr sz="1200"/>
              <a:t>8. TODO: recompute the head-to-head (ours vs prior) at group-level + permutation for a final fair comparison.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Detector vs 3 Priors + Fusion (group-level, clean labels)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005840"/>
                <a:gridCol w="1005840"/>
                <a:gridCol w="1828800"/>
                <a:gridCol w="23774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perm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t-test p (vs maj)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0.069✗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0.007✓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0.019✓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0.362✗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0.303✗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0.083✗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0.206✗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0.665✗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0.023✓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0.004✓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0.561✗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0.090✗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0.048✓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0.046✓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0.141✗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94360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3 priors: dummy(majority) / AIxVR (gaze, per-split feats) / GazexSpeaking (gaze×speaking). audio = our gaze-free v/a/d. Two tests shown (method UNDECIDED): permutation null = model on shuffled labels (lenient); t-test null = majority floor (stricter) → they disagree (esp. Triads &amp; Dyads). Highlights: fusion audio+GazexSpeaking best on All (0.75) &amp; Dyads (0.81); audio alone wins Triads (0.71, gaze-free). Dyads n=8 — unstable, caveat.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