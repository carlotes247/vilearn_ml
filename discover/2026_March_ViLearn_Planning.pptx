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Majority baseline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0.55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5760" y="6035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Majority baseline = always-predict-majority (deterministic, per split, on the prior's labels). Replaces the original stochastic uniform/stratified dummy (0.53/0.43/0.45), which was a weaker floor — the models' margin over the honest baseline is much smaller (e.g. SVM Dyads 0.66 vs 0.62; SVM Triads 0.63 vs 0.55).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