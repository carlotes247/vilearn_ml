
<file path=[Content_Types].xml><?xml version="1.0" encoding="utf-8"?>
<Types xmlns="http://schemas.openxmlformats.org/package/2006/content-types"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docProps/custom.xml" ContentType="application/vnd.openxmlformats-officedocument.custom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heme/theme1.xml" ContentType="application/vnd.openxmlformats-officedocument.theme+xml"/>
</Types>
</file>

<file path=_rels/.rels><?xml version='1.0' encoding='UTF-8' standalone='yes'?>
<Relationships xmlns="http://schemas.openxmlformats.org/package/2006/relationships"><Relationship Id="rId1" Type="http://schemas.openxmlformats.org/package/2006/relationships/metadata/core-properties" Target="docProps/core.xml"/><Relationship Id="rId2" Type="http://schemas.openxmlformats.org/officeDocument/2006/relationships/extended-properties" Target="docProps/app.xml"/><Relationship Id="rId3" Type="http://schemas.openxmlformats.org/officeDocument/2006/relationships/custom-properties" Target="docProps/custom.xml"/><Relationship Id="rId4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sldMasterIdLst>
    <p:sldMasterId id="2147483648" r:id="rId2"/>
  </p:sldMasterIdLst>
  <p:sldIdLst>
    <p:sldId id="256" r:id="rId3"/>
    <p:sldId id="282" r:id="rId33"/>
    <p:sldId id="257" r:id="rId4"/>
    <p:sldId id="258" r:id="rId5"/>
    <p:sldId id="259" r:id="rId6"/>
    <p:sldId id="260" r:id="rId7"/>
    <p:sldId id="261" r:id="rId8"/>
    <p:sldId id="262" r:id="rId9"/>
    <p:sldId id="263" r:id="rId10"/>
    <p:sldId id="264" r:id="rId11"/>
    <p:sldId id="265" r:id="rId12"/>
    <p:sldId id="271" r:id="rId19"/>
    <p:sldId id="272" r:id="rId20"/>
    <p:sldId id="273" r:id="rId21"/>
    <p:sldId id="274" r:id="rId22"/>
    <p:sldId id="266" r:id="rId13"/>
    <p:sldId id="267" r:id="rId14"/>
    <p:sldId id="268" r:id="rId15"/>
    <p:sldId id="269" r:id="rId16"/>
    <p:sldId id="270" r:id="rId17"/>
    <p:sldId id="275" r:id="rId23"/>
    <p:sldId id="276" r:id="rId24"/>
    <p:sldId id="277" r:id="rId25"/>
    <p:sldId id="278" r:id="rId26"/>
    <p:sldId id="279" r:id="rId27"/>
    <p:sldId id="280" r:id="rId30"/>
    <p:sldId id="281" r:id="rId31"/>
  </p:sldIdLst>
  <p:sldSz cx="12192000" cy="6858000"/>
  <p:notesSz cx="7559675" cy="10691813"/>
</p:presentation>
</file>

<file path=ppt/presProps.xml><?xml version="1.0" encoding="utf-8"?>
<p:presentationPr xmlns:a="http://schemas.openxmlformats.org/drawingml/2006/main" xmlns:p="http://schemas.openxmlformats.org/presentationml/2006/main" xmlns:r="http://schemas.openxmlformats.org/officeDocument/2006/relationships">
  <p:showPr showNarration="1"/>
</p:presentation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theme" Target="theme/theme1.xml"/><Relationship Id="rId2" Type="http://schemas.openxmlformats.org/officeDocument/2006/relationships/slideMaster" Target="slideMasters/slideMaster1.xml"/><Relationship Id="rId3" Type="http://schemas.openxmlformats.org/officeDocument/2006/relationships/slide" Target="slides/slide1.xml"/><Relationship Id="rId4" Type="http://schemas.openxmlformats.org/officeDocument/2006/relationships/slide" Target="slides/slide2.xml"/><Relationship Id="rId5" Type="http://schemas.openxmlformats.org/officeDocument/2006/relationships/slide" Target="slides/slide3.xml"/><Relationship Id="rId6" Type="http://schemas.openxmlformats.org/officeDocument/2006/relationships/slide" Target="slides/slide4.xml"/><Relationship Id="rId7" Type="http://schemas.openxmlformats.org/officeDocument/2006/relationships/slide" Target="slides/slide5.xml"/><Relationship Id="rId8" Type="http://schemas.openxmlformats.org/officeDocument/2006/relationships/slide" Target="slides/slide6.xml"/><Relationship Id="rId9" Type="http://schemas.openxmlformats.org/officeDocument/2006/relationships/slide" Target="slides/slide7.xml"/><Relationship Id="rId10" Type="http://schemas.openxmlformats.org/officeDocument/2006/relationships/slide" Target="slides/slide8.xml"/><Relationship Id="rId11" Type="http://schemas.openxmlformats.org/officeDocument/2006/relationships/slide" Target="slides/slide9.xml"/><Relationship Id="rId12" Type="http://schemas.openxmlformats.org/officeDocument/2006/relationships/slide" Target="slides/slide10.xml"/><Relationship Id="rId13" Type="http://schemas.openxmlformats.org/officeDocument/2006/relationships/slide" Target="slides/slide15.xml"/><Relationship Id="rId14" Type="http://schemas.openxmlformats.org/officeDocument/2006/relationships/slide" Target="slides/slide16.xml"/><Relationship Id="rId15" Type="http://schemas.openxmlformats.org/officeDocument/2006/relationships/slide" Target="slides/slide17.xml"/><Relationship Id="rId16" Type="http://schemas.openxmlformats.org/officeDocument/2006/relationships/slide" Target="slides/slide18.xml"/><Relationship Id="rId17" Type="http://schemas.openxmlformats.org/officeDocument/2006/relationships/slide" Target="slides/slide19.xml"/><Relationship Id="rId18" Type="http://schemas.openxmlformats.org/officeDocument/2006/relationships/presProps" Target="presProps.xml"/><Relationship Id="rId19" Type="http://schemas.openxmlformats.org/officeDocument/2006/relationships/slide" Target="slides/slide11.xml"/><Relationship Id="rId20" Type="http://schemas.openxmlformats.org/officeDocument/2006/relationships/slide" Target="slides/slide12.xml"/><Relationship Id="rId21" Type="http://schemas.openxmlformats.org/officeDocument/2006/relationships/slide" Target="slides/slide13.xml"/><Relationship Id="rId22" Type="http://schemas.openxmlformats.org/officeDocument/2006/relationships/slide" Target="slides/slide14.xml"/><Relationship Id="rId23" Type="http://schemas.openxmlformats.org/officeDocument/2006/relationships/slide" Target="slides/slide20.xml"/><Relationship Id="rId24" Type="http://schemas.openxmlformats.org/officeDocument/2006/relationships/slide" Target="slides/slide21.xml"/><Relationship Id="rId25" Type="http://schemas.openxmlformats.org/officeDocument/2006/relationships/slide" Target="slides/slide22.xml"/><Relationship Id="rId26" Type="http://schemas.openxmlformats.org/officeDocument/2006/relationships/slide" Target="slides/slide23.xml"/><Relationship Id="rId27" Type="http://schemas.openxmlformats.org/officeDocument/2006/relationships/slide" Target="slides/slide24.xml"/><Relationship Id="rId28" Type="http://schemas.openxmlformats.org/officeDocument/2006/relationships/slide" Target="slides/slide25.xml"/><Relationship Id="rId29" Type="http://schemas.openxmlformats.org/officeDocument/2006/relationships/slide" Target="slides/slide25.xml"/><Relationship Id="rId30" Type="http://schemas.openxmlformats.org/officeDocument/2006/relationships/slide" Target="slides/slide25.xml"/><Relationship Id="rId31" Type="http://schemas.openxmlformats.org/officeDocument/2006/relationships/slide" Target="slides/slide26.xml"/><Relationship Id="rId32" Type="http://schemas.openxmlformats.org/officeDocument/2006/relationships/slide" Target="slides/slide2.xml"/><Relationship Id="rId33" Type="http://schemas.openxmlformats.org/officeDocument/2006/relationships/slide" Target="slides/slide27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title" preserve="1">
  <p:cSld name="Title Slide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PlaceHolder 1"/>
          <p:cNvSpPr>
            <a:spLocks noGrp="1"/>
          </p:cNvSpPr>
          <p:nvPr>
            <p:ph type="title"/>
          </p:nvPr>
        </p:nvSpPr>
        <p:spPr>
          <a:xfrm>
            <a:off x="1523880" y="1122480"/>
            <a:ext cx="9143640" cy="238716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b">
            <a:noAutofit/>
          </a:bodyPr>
          <a:lstStyle>
            <a:lvl1pPr indent="0" algn="ctr" defTabSz="914400">
              <a:lnSpc>
                <a:spcPct val="90000"/>
              </a:lnSpc>
              <a:buNone/>
              <a:defRPr lang="en-US" sz="6000" b="0" u="none" strike="noStrike">
                <a:solidFill>
                  <a:schemeClr val="dk1"/>
                </a:solidFill>
                <a:effectLst/>
                <a:uFillTx/>
                <a:latin typeface="Aptos Display"/>
              </a:defRPr>
            </a:lvl1pPr>
          </a:lstStyle>
          <a:p>
            <a:pPr indent="0" algn="ctr" defTabSz="914400">
              <a:lnSpc>
                <a:spcPct val="90000"/>
              </a:lnSpc>
              <a:buNone/>
            </a:pPr>
            <a:r>
              <a:rPr lang="en-US" sz="6000" b="0" u="none" strike="noStrike">
                <a:solidFill>
                  <a:schemeClr val="dk1"/>
                </a:solidFill>
                <a:effectLst/>
                <a:uFillTx/>
                <a:latin typeface="Aptos Display"/>
              </a:rPr>
              <a:t>Click to </a:t>
            </a:r>
            <a:r>
              <a:rPr lang="en-US" sz="6000" b="0" u="none" strike="noStrike">
                <a:solidFill>
                  <a:schemeClr val="dk1"/>
                </a:solidFill>
                <a:effectLst/>
                <a:uFillTx/>
                <a:latin typeface="Aptos Display"/>
              </a:rPr>
              <a:t>edit </a:t>
            </a:r>
            <a:r>
              <a:rPr lang="en-US" sz="6000" b="0" u="none" strike="noStrike">
                <a:solidFill>
                  <a:schemeClr val="dk1"/>
                </a:solidFill>
                <a:effectLst/>
                <a:uFillTx/>
                <a:latin typeface="Aptos Display"/>
              </a:rPr>
              <a:t>Master </a:t>
            </a:r>
            <a:r>
              <a:rPr lang="en-US" sz="6000" b="0" u="none" strike="noStrike">
                <a:solidFill>
                  <a:schemeClr val="dk1"/>
                </a:solidFill>
                <a:effectLst/>
                <a:uFillTx/>
                <a:latin typeface="Aptos Display"/>
              </a:rPr>
              <a:t>title style</a:t>
            </a:r>
            <a:endParaRPr lang="en-US" sz="6000" b="0" u="none" strike="noStrike">
              <a:solidFill>
                <a:schemeClr val="dk1"/>
              </a:solidFill>
              <a:effectLst/>
              <a:uFillTx/>
              <a:latin typeface="Aptos Display"/>
            </a:endParaRPr>
          </a:p>
        </p:txBody>
      </p:sp>
      <p:sp>
        <p:nvSpPr>
          <p:cNvPr id="3" name="PlaceHolder 2"/>
          <p:cNvSpPr>
            <a:spLocks noGrp="1"/>
          </p:cNvSpPr>
          <p:nvPr>
            <p:ph type="dt" idx="1"/>
          </p:nvPr>
        </p:nvSpPr>
        <p:spPr>
          <a:xfrm>
            <a:off x="838080" y="6356520"/>
            <a:ext cx="2742840" cy="36468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ctr">
            <a:noAutofit/>
          </a:bodyPr>
          <a:lstStyle>
            <a:lvl1pPr indent="0" algn="l" defTabSz="914400">
              <a:lnSpc>
                <a:spcPct val="100000"/>
              </a:lnSpc>
              <a:buNone/>
              <a:defRPr lang="en-US" sz="1200" b="0" u="none" strike="noStrike">
                <a:solidFill>
                  <a:schemeClr val="dk1">
                    <a:tint val="82000"/>
                  </a:schemeClr>
                </a:solidFill>
                <a:effectLst/>
                <a:uFillTx/>
                <a:latin typeface="Aptos"/>
              </a:defRPr>
            </a:lvl1pPr>
          </a:lstStyle>
          <a:p>
            <a:pPr indent="0" algn="l" defTabSz="914400">
              <a:lnSpc>
                <a:spcPct val="100000"/>
              </a:lnSpc>
              <a:buNone/>
            </a:pPr>
            <a:r>
              <a:rPr lang="en-US" sz="1200" b="0" u="none" strike="noStrike">
                <a:solidFill>
                  <a:schemeClr val="dk1">
                    <a:tint val="82000"/>
                  </a:schemeClr>
                </a:solidFill>
                <a:effectLst/>
                <a:uFillTx/>
                <a:latin typeface="Aptos"/>
              </a:rPr>
              <a:t> </a:t>
            </a:r>
            <a:endParaRPr lang="en-US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4" name="PlaceHolder 3"/>
          <p:cNvSpPr>
            <a:spLocks noGrp="1"/>
          </p:cNvSpPr>
          <p:nvPr>
            <p:ph type="ftr" idx="2"/>
          </p:nvPr>
        </p:nvSpPr>
        <p:spPr>
          <a:xfrm>
            <a:off x="4038480" y="6356520"/>
            <a:ext cx="4114440" cy="36468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ctr">
            <a:noAutofit/>
          </a:bodyPr>
          <a:lstStyle>
            <a:lvl1pPr indent="0" algn="ctr">
              <a:buNone/>
              <a:defRPr lang="en-US" sz="1400" b="0" u="none" strike="noStrike">
                <a:solidFill>
                  <a:srgbClr val="000000"/>
                </a:solidFill>
                <a:effectLst/>
                <a:uFillTx/>
                <a:latin typeface="Times New Roman"/>
              </a:defRPr>
            </a:lvl1pPr>
          </a:lstStyle>
          <a:p>
            <a:pPr indent="0" algn="ctr">
              <a:buNone/>
            </a:pPr>
            <a:r>
              <a:rPr lang="en-US" sz="1400" b="0" u="none" strike="noStrike">
                <a:solidFill>
                  <a:srgbClr val="000000"/>
                </a:solidFill>
                <a:effectLst/>
                <a:uFillTx/>
                <a:latin typeface="Times New Roman"/>
              </a:rPr>
              <a:t> </a:t>
            </a:r>
            <a:endParaRPr lang="en-US" sz="1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5" name="PlaceHolder 4"/>
          <p:cNvSpPr>
            <a:spLocks noGrp="1"/>
          </p:cNvSpPr>
          <p:nvPr>
            <p:ph type="sldNum" idx="3"/>
          </p:nvPr>
        </p:nvSpPr>
        <p:spPr>
          <a:xfrm>
            <a:off x="8610480" y="6356520"/>
            <a:ext cx="2742840" cy="36468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ctr">
            <a:noAutofit/>
          </a:bodyPr>
          <a:lstStyle>
            <a:lvl1pPr indent="0" algn="r" defTabSz="914400">
              <a:lnSpc>
                <a:spcPct val="100000"/>
              </a:lnSpc>
              <a:buNone/>
              <a:defRPr lang="en-US" sz="1200" b="0" u="none" strike="noStrike">
                <a:solidFill>
                  <a:schemeClr val="dk1">
                    <a:tint val="82000"/>
                  </a:schemeClr>
                </a:solidFill>
                <a:effectLst/>
                <a:uFillTx/>
                <a:latin typeface="Aptos"/>
              </a:defRPr>
            </a:lvl1pPr>
          </a:lstStyle>
          <a:p>
            <a:pPr indent="0" algn="r" defTabSz="914400">
              <a:lnSpc>
                <a:spcPct val="100000"/>
              </a:lnSpc>
              <a:buNone/>
            </a:pPr>
            <a:fld id="{C23EB3BD-33FE-4ACE-8802-A181BF3A69D4}" type="slidenum">
              <a:rPr lang="en-US" sz="1200" b="0" u="none" strike="noStrike">
                <a:solidFill>
                  <a:schemeClr val="dk1">
                    <a:tint val="82000"/>
                  </a:schemeClr>
                </a:solidFill>
                <a:effectLst/>
                <a:uFillTx/>
                <a:latin typeface="Aptos"/>
              </a:rPr>
              <a:t>15</a:t>
            </a:fld>
            <a:endParaRPr lang="en-US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6" name="PlaceHolder 5"/>
          <p:cNvSpPr>
            <a:spLocks noGrp="1"/>
          </p:cNvSpPr>
          <p:nvPr>
            <p:ph type="body"/>
          </p:nvPr>
        </p:nvSpPr>
        <p:spPr>
          <a:xfrm>
            <a:off x="609480" y="1604520"/>
            <a:ext cx="10972440" cy="397728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rmAutofit/>
          </a:bodyPr>
          <a:lstStyle>
            <a:lvl1pPr algn="l" defTabSz="914400">
              <a:lnSpc>
                <a:spcPct val="90000"/>
              </a:lnSpc>
              <a:spcBef>
                <a:spcPts val="1001"/>
              </a:spcBef>
              <a:buClr>
                <a:srgbClr val="000000"/>
              </a:buClr>
              <a:buFont typeface="Arial"/>
              <a:buChar char="•"/>
              <a:defRPr lang="en-US" sz="2800" b="0" u="none" strike="noStrike">
                <a:solidFill>
                  <a:schemeClr val="dk1"/>
                </a:solidFill>
                <a:effectLst/>
                <a:uFillTx/>
                <a:latin typeface="Aptos"/>
              </a:defRPr>
            </a:lvl1pPr>
            <a:lvl2pPr lvl="1" algn="l" defTabSz="914400">
              <a:lnSpc>
                <a:spcPct val="90000"/>
              </a:lnSpc>
              <a:spcBef>
                <a:spcPts val="499"/>
              </a:spcBef>
              <a:buClr>
                <a:srgbClr val="000000"/>
              </a:buClr>
              <a:buSzPct val="75000"/>
              <a:buFont typeface="Symbol" charset="2"/>
              <a:buChar char=""/>
              <a:defRPr lang="en-US" sz="2400" b="0" u="none" strike="noStrike">
                <a:solidFill>
                  <a:schemeClr val="dk1"/>
                </a:solidFill>
                <a:effectLst/>
                <a:uFillTx/>
                <a:latin typeface="Aptos"/>
              </a:defRPr>
            </a:lvl2pPr>
            <a:lvl3pPr lvl="2" algn="l" defTabSz="914400">
              <a:lnSpc>
                <a:spcPct val="90000"/>
              </a:lnSpc>
              <a:spcBef>
                <a:spcPts val="499"/>
              </a:spcBef>
              <a:buClr>
                <a:srgbClr val="000000"/>
              </a:buClr>
              <a:buSzPct val="45000"/>
              <a:buFont typeface="Wingdings" charset="2"/>
              <a:buChar char=""/>
              <a:defRPr lang="en-US" sz="2000" b="0" u="none" strike="noStrike">
                <a:solidFill>
                  <a:schemeClr val="dk1"/>
                </a:solidFill>
                <a:effectLst/>
                <a:uFillTx/>
                <a:latin typeface="Aptos"/>
              </a:defRPr>
            </a:lvl3pPr>
            <a:lvl4pPr lvl="3" algn="l" defTabSz="914400">
              <a:lnSpc>
                <a:spcPct val="90000"/>
              </a:lnSpc>
              <a:spcBef>
                <a:spcPts val="499"/>
              </a:spcBef>
              <a:buClr>
                <a:srgbClr val="000000"/>
              </a:buClr>
              <a:buSzPct val="75000"/>
              <a:buFont typeface="Symbol" charset="2"/>
              <a:buChar char=""/>
              <a:defRPr lang="en-US" sz="1800" b="0" u="none" strike="noStrike">
                <a:solidFill>
                  <a:schemeClr val="dk1"/>
                </a:solidFill>
                <a:effectLst/>
                <a:uFillTx/>
                <a:latin typeface="Aptos"/>
              </a:defRPr>
            </a:lvl4pPr>
            <a:lvl5pPr lvl="4" algn="l" defTabSz="914400">
              <a:lnSpc>
                <a:spcPct val="90000"/>
              </a:lnSpc>
              <a:spcBef>
                <a:spcPts val="499"/>
              </a:spcBef>
              <a:buClr>
                <a:srgbClr val="000000"/>
              </a:buClr>
              <a:buSzPct val="45000"/>
              <a:buFont typeface="Wingdings" charset="2"/>
              <a:buChar char=""/>
              <a:defRPr lang="en-US" sz="1800" b="0" u="none" strike="noStrike">
                <a:solidFill>
                  <a:schemeClr val="dk1"/>
                </a:solidFill>
                <a:effectLst/>
                <a:uFillTx/>
                <a:latin typeface="Aptos"/>
              </a:defRPr>
            </a:lvl5pPr>
            <a:lvl6pPr lvl="5" algn="l" defTabSz="914400">
              <a:lnSpc>
                <a:spcPct val="90000"/>
              </a:lnSpc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  <a:defRPr lang="en-US" sz="2000" b="0" u="none" strike="noStrike">
                <a:solidFill>
                  <a:schemeClr val="dk1"/>
                </a:solidFill>
                <a:effectLst/>
                <a:uFillTx/>
                <a:latin typeface="Aptos"/>
              </a:defRPr>
            </a:lvl6pPr>
            <a:lvl7pPr lvl="6" algn="l" defTabSz="914400">
              <a:lnSpc>
                <a:spcPct val="90000"/>
              </a:lnSpc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  <a:defRPr lang="en-US" sz="2000" b="0" u="none" strike="noStrike">
                <a:solidFill>
                  <a:schemeClr val="dk1"/>
                </a:solidFill>
                <a:effectLst/>
                <a:uFillTx/>
                <a:latin typeface="Aptos"/>
              </a:defRPr>
            </a:lvl7pPr>
          </a:lstStyle>
          <a:p>
            <a:pPr marL="228600" indent="-228600" algn="l" defTabSz="914400">
              <a:lnSpc>
                <a:spcPct val="90000"/>
              </a:lnSpc>
              <a:spcBef>
                <a:spcPts val="1001"/>
              </a:spcBef>
              <a:buClr>
                <a:srgbClr val="000000"/>
              </a:buClr>
              <a:buFont typeface="Arial"/>
              <a:buChar char="•"/>
            </a:pPr>
            <a:r>
              <a:rPr lang="en-US" sz="2800" b="0" u="none" strike="noStrike">
                <a:solidFill>
                  <a:schemeClr val="dk1"/>
                </a:solidFill>
                <a:effectLst/>
                <a:uFillTx/>
                <a:latin typeface="Aptos"/>
              </a:rPr>
              <a:t>Click to edit the outline text format</a:t>
            </a:r>
            <a:endParaRPr lang="en-US" sz="2800" b="0" u="none" strike="noStrike">
              <a:solidFill>
                <a:schemeClr val="dk1"/>
              </a:solidFill>
              <a:effectLst/>
              <a:uFillTx/>
              <a:latin typeface="Aptos"/>
            </a:endParaRPr>
          </a:p>
          <a:p>
            <a:pPr marL="864000" lvl="1" indent="-324000" algn="l" defTabSz="914400">
              <a:lnSpc>
                <a:spcPct val="90000"/>
              </a:lnSpc>
              <a:spcBef>
                <a:spcPts val="499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lang="en-US" sz="2400" b="0" u="none" strike="noStrike">
                <a:solidFill>
                  <a:schemeClr val="dk1"/>
                </a:solidFill>
                <a:effectLst/>
                <a:uFillTx/>
                <a:latin typeface="Aptos"/>
              </a:rPr>
              <a:t>Second Outline Level</a:t>
            </a:r>
            <a:endParaRPr lang="en-US" sz="2400" b="0" u="none" strike="noStrike">
              <a:solidFill>
                <a:schemeClr val="dk1"/>
              </a:solidFill>
              <a:effectLst/>
              <a:uFillTx/>
              <a:latin typeface="Aptos"/>
            </a:endParaRPr>
          </a:p>
          <a:p>
            <a:pPr marL="1296000" lvl="2" indent="-288000" algn="l" defTabSz="914400">
              <a:lnSpc>
                <a:spcPct val="90000"/>
              </a:lnSpc>
              <a:spcBef>
                <a:spcPts val="499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2000" b="0" u="none" strike="noStrike">
                <a:solidFill>
                  <a:schemeClr val="dk1"/>
                </a:solidFill>
                <a:effectLst/>
                <a:uFillTx/>
                <a:latin typeface="Aptos"/>
              </a:rPr>
              <a:t>Third Outline Level</a:t>
            </a:r>
            <a:endParaRPr lang="en-US" sz="2000" b="0" u="none" strike="noStrike">
              <a:solidFill>
                <a:schemeClr val="dk1"/>
              </a:solidFill>
              <a:effectLst/>
              <a:uFillTx/>
              <a:latin typeface="Aptos"/>
            </a:endParaRPr>
          </a:p>
          <a:p>
            <a:pPr marL="1728000" lvl="3" indent="-216000" algn="l" defTabSz="914400">
              <a:lnSpc>
                <a:spcPct val="90000"/>
              </a:lnSpc>
              <a:spcBef>
                <a:spcPts val="499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lang="en-US" sz="1800" b="0" u="none" strike="noStrike">
                <a:solidFill>
                  <a:schemeClr val="dk1"/>
                </a:solidFill>
                <a:effectLst/>
                <a:uFillTx/>
                <a:latin typeface="Aptos"/>
              </a:rPr>
              <a:t>Fourth Outline Level</a:t>
            </a:r>
            <a:endParaRPr lang="en-US" sz="1800" b="0" u="none" strike="noStrike">
              <a:solidFill>
                <a:schemeClr val="dk1"/>
              </a:solidFill>
              <a:effectLst/>
              <a:uFillTx/>
              <a:latin typeface="Aptos"/>
            </a:endParaRPr>
          </a:p>
          <a:p>
            <a:pPr marL="2160000" lvl="4" indent="-216000" algn="l" defTabSz="914400">
              <a:lnSpc>
                <a:spcPct val="90000"/>
              </a:lnSpc>
              <a:spcBef>
                <a:spcPts val="499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1800" b="0" u="none" strike="noStrike">
                <a:solidFill>
                  <a:schemeClr val="dk1"/>
                </a:solidFill>
                <a:effectLst/>
                <a:uFillTx/>
                <a:latin typeface="Aptos"/>
              </a:rPr>
              <a:t>Fifth Outline Level</a:t>
            </a:r>
            <a:endParaRPr lang="en-US" sz="1800" b="0" u="none" strike="noStrike">
              <a:solidFill>
                <a:schemeClr val="dk1"/>
              </a:solidFill>
              <a:effectLst/>
              <a:uFillTx/>
              <a:latin typeface="Aptos"/>
            </a:endParaRPr>
          </a:p>
          <a:p>
            <a:pPr marL="2592000" lvl="5" indent="-216000" algn="l" defTabSz="914400">
              <a:lnSpc>
                <a:spcPct val="90000"/>
              </a:lnSpc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2000" b="0" u="none" strike="noStrike">
                <a:solidFill>
                  <a:schemeClr val="dk1"/>
                </a:solidFill>
                <a:effectLst/>
                <a:uFillTx/>
                <a:latin typeface="Aptos"/>
              </a:rPr>
              <a:t>Sixth Outline Level</a:t>
            </a:r>
            <a:endParaRPr lang="en-US" sz="2000" b="0" u="none" strike="noStrike">
              <a:solidFill>
                <a:schemeClr val="dk1"/>
              </a:solidFill>
              <a:effectLst/>
              <a:uFillTx/>
              <a:latin typeface="Aptos"/>
            </a:endParaRPr>
          </a:p>
          <a:p>
            <a:pPr marL="3024000" lvl="6" indent="-216000" algn="l" defTabSz="914400">
              <a:lnSpc>
                <a:spcPct val="90000"/>
              </a:lnSpc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2000" b="0" u="none" strike="noStrike">
                <a:solidFill>
                  <a:schemeClr val="dk1"/>
                </a:solidFill>
                <a:effectLst/>
                <a:uFillTx/>
                <a:latin typeface="Aptos"/>
              </a:rPr>
              <a:t>Seventh Outline Level</a:t>
            </a:r>
            <a:endParaRPr lang="en-US" sz="2000" b="0" u="none" strike="noStrike">
              <a:solidFill>
                <a:schemeClr val="dk1"/>
              </a:solidFill>
              <a:effectLst/>
              <a:uFillTx/>
              <a:latin typeface="Aptos"/>
            </a:endParaRPr>
          </a:p>
        </p:txBody>
      </p:sp>
    </p:spTree>
  </p:cSld>
</p:sldLayout>
</file>

<file path=ppt/slideLayouts/slideLayout2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vertTx" preserve="1">
  <p:cSld name="Title and Vertical Text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PlaceHolder 1"/>
          <p:cNvSpPr>
            <a:spLocks noGrp="1"/>
          </p:cNvSpPr>
          <p:nvPr>
            <p:ph type="title"/>
          </p:nvPr>
        </p:nvSpPr>
        <p:spPr>
          <a:xfrm>
            <a:off x="838080" y="365040"/>
            <a:ext cx="10515240" cy="132516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ctr">
            <a:noAutofit/>
          </a:bodyPr>
          <a:lstStyle>
            <a:lvl1pPr indent="0" algn="l" defTabSz="914400">
              <a:lnSpc>
                <a:spcPct val="90000"/>
              </a:lnSpc>
              <a:buNone/>
              <a:defRPr lang="en-US" sz="4400" b="0" u="none" strike="noStrike">
                <a:solidFill>
                  <a:schemeClr val="dk1"/>
                </a:solidFill>
                <a:effectLst/>
                <a:uFillTx/>
                <a:latin typeface="Aptos Display"/>
              </a:defRPr>
            </a:lvl1pPr>
          </a:lstStyle>
          <a:p>
            <a:pPr indent="0" algn="l" defTabSz="914400">
              <a:lnSpc>
                <a:spcPct val="90000"/>
              </a:lnSpc>
              <a:buNone/>
            </a:pPr>
            <a:r>
              <a:rPr lang="en-US" sz="4400" b="0" u="none" strike="noStrike">
                <a:solidFill>
                  <a:schemeClr val="dk1"/>
                </a:solidFill>
                <a:effectLst/>
                <a:uFillTx/>
                <a:latin typeface="Aptos Display"/>
              </a:rPr>
              <a:t>Click to edit </a:t>
            </a:r>
            <a:r>
              <a:rPr lang="en-US" sz="4400" b="0" u="none" strike="noStrike">
                <a:solidFill>
                  <a:schemeClr val="dk1"/>
                </a:solidFill>
                <a:effectLst/>
                <a:uFillTx/>
                <a:latin typeface="Aptos Display"/>
              </a:rPr>
              <a:t>Master title </a:t>
            </a:r>
            <a:r>
              <a:rPr lang="en-US" sz="4400" b="0" u="none" strike="noStrike">
                <a:solidFill>
                  <a:schemeClr val="dk1"/>
                </a:solidFill>
                <a:effectLst/>
                <a:uFillTx/>
                <a:latin typeface="Aptos Display"/>
              </a:rPr>
              <a:t>style</a:t>
            </a:r>
            <a:endParaRPr lang="en-US" sz="4400" b="0" u="none" strike="noStrike">
              <a:solidFill>
                <a:schemeClr val="dk1"/>
              </a:solidFill>
              <a:effectLst/>
              <a:uFillTx/>
              <a:latin typeface="Aptos Display"/>
            </a:endParaRPr>
          </a:p>
        </p:txBody>
      </p:sp>
      <p:sp>
        <p:nvSpPr>
          <p:cNvPr id="8" name="PlaceHolder 2"/>
          <p:cNvSpPr>
            <a:spLocks noGrp="1"/>
          </p:cNvSpPr>
          <p:nvPr>
            <p:ph type="body"/>
          </p:nvPr>
        </p:nvSpPr>
        <p:spPr>
          <a:xfrm>
            <a:off x="838080" y="1825560"/>
            <a:ext cx="10515240" cy="435096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t" vert="eaVert">
            <a:noAutofit/>
          </a:bodyPr>
          <a:lstStyle>
            <a:lvl1pPr algn="l" defTabSz="914400">
              <a:lnSpc>
                <a:spcPct val="90000"/>
              </a:lnSpc>
              <a:spcBef>
                <a:spcPts val="1001"/>
              </a:spcBef>
              <a:buClr>
                <a:srgbClr val="000000"/>
              </a:buClr>
              <a:buFont typeface="Arial"/>
              <a:buChar char="•"/>
              <a:defRPr lang="en-US" sz="2800" b="0" u="none" strike="noStrike">
                <a:solidFill>
                  <a:schemeClr val="dk1"/>
                </a:solidFill>
                <a:effectLst/>
                <a:uFillTx/>
                <a:latin typeface="Aptos"/>
              </a:defRPr>
            </a:lvl1pPr>
            <a:lvl2pPr lvl="1" algn="l" defTabSz="914400">
              <a:lnSpc>
                <a:spcPct val="90000"/>
              </a:lnSpc>
              <a:spcBef>
                <a:spcPts val="499"/>
              </a:spcBef>
              <a:buClr>
                <a:srgbClr val="000000"/>
              </a:buClr>
              <a:buFont typeface="Arial"/>
              <a:buChar char="•"/>
              <a:defRPr lang="en-US" sz="2400" b="0" u="none" strike="noStrike">
                <a:solidFill>
                  <a:schemeClr val="dk1"/>
                </a:solidFill>
                <a:effectLst/>
                <a:uFillTx/>
                <a:latin typeface="Aptos"/>
              </a:defRPr>
            </a:lvl2pPr>
            <a:lvl3pPr lvl="2" algn="l" defTabSz="914400">
              <a:lnSpc>
                <a:spcPct val="90000"/>
              </a:lnSpc>
              <a:spcBef>
                <a:spcPts val="499"/>
              </a:spcBef>
              <a:buClr>
                <a:srgbClr val="000000"/>
              </a:buClr>
              <a:buFont typeface="Arial"/>
              <a:buChar char="•"/>
              <a:defRPr lang="en-US" sz="2000" b="0" u="none" strike="noStrike">
                <a:solidFill>
                  <a:schemeClr val="dk1"/>
                </a:solidFill>
                <a:effectLst/>
                <a:uFillTx/>
                <a:latin typeface="Aptos"/>
              </a:defRPr>
            </a:lvl3pPr>
            <a:lvl4pPr lvl="3" algn="l" defTabSz="914400">
              <a:lnSpc>
                <a:spcPct val="90000"/>
              </a:lnSpc>
              <a:spcBef>
                <a:spcPts val="499"/>
              </a:spcBef>
              <a:buClr>
                <a:srgbClr val="000000"/>
              </a:buClr>
              <a:buFont typeface="Arial"/>
              <a:buChar char="•"/>
              <a:defRPr lang="en-US" sz="1800" b="0" u="none" strike="noStrike">
                <a:solidFill>
                  <a:schemeClr val="dk1"/>
                </a:solidFill>
                <a:effectLst/>
                <a:uFillTx/>
                <a:latin typeface="Aptos"/>
              </a:defRPr>
            </a:lvl4pPr>
            <a:lvl5pPr lvl="4" algn="l" defTabSz="914400">
              <a:lnSpc>
                <a:spcPct val="90000"/>
              </a:lnSpc>
              <a:spcBef>
                <a:spcPts val="499"/>
              </a:spcBef>
              <a:buClr>
                <a:srgbClr val="000000"/>
              </a:buClr>
              <a:buFont typeface="Arial"/>
              <a:buChar char="•"/>
              <a:defRPr lang="en-US" sz="1800" b="0" u="none" strike="noStrike">
                <a:solidFill>
                  <a:schemeClr val="dk1"/>
                </a:solidFill>
                <a:effectLst/>
                <a:uFillTx/>
                <a:latin typeface="Aptos"/>
              </a:defRPr>
            </a:lvl5pPr>
          </a:lstStyle>
          <a:p>
            <a:pPr marL="228600" indent="-228600" algn="l" defTabSz="914400">
              <a:lnSpc>
                <a:spcPct val="90000"/>
              </a:lnSpc>
              <a:spcBef>
                <a:spcPts val="1001"/>
              </a:spcBef>
              <a:buClr>
                <a:srgbClr val="000000"/>
              </a:buClr>
              <a:buFont typeface="Arial"/>
              <a:buChar char="•"/>
            </a:pPr>
            <a:r>
              <a:rPr lang="en-US" sz="2800" b="0" u="none" strike="noStrike">
                <a:solidFill>
                  <a:schemeClr val="dk1"/>
                </a:solidFill>
                <a:effectLst/>
                <a:uFillTx/>
                <a:latin typeface="Aptos"/>
              </a:rPr>
              <a:t>Click to edit Master text styles</a:t>
            </a:r>
            <a:endParaRPr lang="en-US" sz="2800" b="0" u="none" strike="noStrike">
              <a:solidFill>
                <a:schemeClr val="dk1"/>
              </a:solidFill>
              <a:effectLst/>
              <a:uFillTx/>
              <a:latin typeface="Aptos"/>
            </a:endParaRPr>
          </a:p>
          <a:p>
            <a:pPr marL="685800" lvl="1" indent="-228600" algn="l" defTabSz="914400">
              <a:lnSpc>
                <a:spcPct val="90000"/>
              </a:lnSpc>
              <a:spcBef>
                <a:spcPts val="499"/>
              </a:spcBef>
              <a:buClr>
                <a:srgbClr val="000000"/>
              </a:buClr>
              <a:buFont typeface="Arial"/>
              <a:buChar char="•"/>
            </a:pPr>
            <a:r>
              <a:rPr lang="en-US" sz="2400" b="0" u="none" strike="noStrike">
                <a:solidFill>
                  <a:schemeClr val="dk1"/>
                </a:solidFill>
                <a:effectLst/>
                <a:uFillTx/>
                <a:latin typeface="Aptos"/>
              </a:rPr>
              <a:t>Second level</a:t>
            </a:r>
            <a:endParaRPr lang="en-US" sz="2400" b="0" u="none" strike="noStrike">
              <a:solidFill>
                <a:schemeClr val="dk1"/>
              </a:solidFill>
              <a:effectLst/>
              <a:uFillTx/>
              <a:latin typeface="Aptos"/>
            </a:endParaRPr>
          </a:p>
          <a:p>
            <a:pPr marL="1143000" lvl="2" indent="-228600" algn="l" defTabSz="914400">
              <a:lnSpc>
                <a:spcPct val="90000"/>
              </a:lnSpc>
              <a:spcBef>
                <a:spcPts val="499"/>
              </a:spcBef>
              <a:buClr>
                <a:srgbClr val="000000"/>
              </a:buClr>
              <a:buFont typeface="Arial"/>
              <a:buChar char="•"/>
            </a:pPr>
            <a:r>
              <a:rPr lang="en-US" sz="2000" b="0" u="none" strike="noStrike">
                <a:solidFill>
                  <a:schemeClr val="dk1"/>
                </a:solidFill>
                <a:effectLst/>
                <a:uFillTx/>
                <a:latin typeface="Aptos"/>
              </a:rPr>
              <a:t>Third level</a:t>
            </a:r>
            <a:endParaRPr lang="en-US" sz="2000" b="0" u="none" strike="noStrike">
              <a:solidFill>
                <a:schemeClr val="dk1"/>
              </a:solidFill>
              <a:effectLst/>
              <a:uFillTx/>
              <a:latin typeface="Aptos"/>
            </a:endParaRPr>
          </a:p>
          <a:p>
            <a:pPr marL="1600200" lvl="3" indent="-228600" algn="l" defTabSz="914400">
              <a:lnSpc>
                <a:spcPct val="90000"/>
              </a:lnSpc>
              <a:spcBef>
                <a:spcPts val="499"/>
              </a:spcBef>
              <a:buClr>
                <a:srgbClr val="000000"/>
              </a:buClr>
              <a:buFont typeface="Arial"/>
              <a:buChar char="•"/>
            </a:pPr>
            <a:r>
              <a:rPr lang="en-US" sz="1800" b="0" u="none" strike="noStrike">
                <a:solidFill>
                  <a:schemeClr val="dk1"/>
                </a:solidFill>
                <a:effectLst/>
                <a:uFillTx/>
                <a:latin typeface="Aptos"/>
              </a:rPr>
              <a:t>Fourth level</a:t>
            </a:r>
            <a:endParaRPr lang="en-US" sz="1800" b="0" u="none" strike="noStrike">
              <a:solidFill>
                <a:schemeClr val="dk1"/>
              </a:solidFill>
              <a:effectLst/>
              <a:uFillTx/>
              <a:latin typeface="Aptos"/>
            </a:endParaRPr>
          </a:p>
          <a:p>
            <a:pPr marL="2057400" lvl="4" indent="-228600" algn="l" defTabSz="914400">
              <a:lnSpc>
                <a:spcPct val="90000"/>
              </a:lnSpc>
              <a:spcBef>
                <a:spcPts val="499"/>
              </a:spcBef>
              <a:buClr>
                <a:srgbClr val="000000"/>
              </a:buClr>
              <a:buFont typeface="Arial"/>
              <a:buChar char="•"/>
            </a:pPr>
            <a:r>
              <a:rPr lang="en-US" sz="1800" b="0" u="none" strike="noStrike">
                <a:solidFill>
                  <a:schemeClr val="dk1"/>
                </a:solidFill>
                <a:effectLst/>
                <a:uFillTx/>
                <a:latin typeface="Aptos"/>
              </a:rPr>
              <a:t>Fifth level</a:t>
            </a:r>
            <a:endParaRPr lang="en-US" sz="1800" b="0" u="none" strike="noStrike">
              <a:solidFill>
                <a:schemeClr val="dk1"/>
              </a:solidFill>
              <a:effectLst/>
              <a:uFillTx/>
              <a:latin typeface="Aptos"/>
            </a:endParaRPr>
          </a:p>
        </p:txBody>
      </p:sp>
      <p:sp>
        <p:nvSpPr>
          <p:cNvPr id="9" name="PlaceHolder 3"/>
          <p:cNvSpPr>
            <a:spLocks noGrp="1"/>
          </p:cNvSpPr>
          <p:nvPr>
            <p:ph type="dt" idx="4"/>
          </p:nvPr>
        </p:nvSpPr>
        <p:spPr>
          <a:xfrm>
            <a:off x="838080" y="6356520"/>
            <a:ext cx="2742840" cy="36468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ctr">
            <a:noAutofit/>
          </a:bodyPr>
          <a:lstStyle>
            <a:lvl1pPr indent="0" algn="l" defTabSz="914400">
              <a:lnSpc>
                <a:spcPct val="100000"/>
              </a:lnSpc>
              <a:buNone/>
              <a:defRPr lang="en-US" sz="1200" b="0" u="none" strike="noStrike">
                <a:solidFill>
                  <a:schemeClr val="dk1">
                    <a:tint val="82000"/>
                  </a:schemeClr>
                </a:solidFill>
                <a:effectLst/>
                <a:uFillTx/>
                <a:latin typeface="Aptos"/>
              </a:defRPr>
            </a:lvl1pPr>
          </a:lstStyle>
          <a:p>
            <a:pPr indent="0" algn="l" defTabSz="914400">
              <a:lnSpc>
                <a:spcPct val="100000"/>
              </a:lnSpc>
              <a:buNone/>
            </a:pPr>
            <a:r>
              <a:rPr lang="en-US" sz="1200" b="0" u="none" strike="noStrike">
                <a:solidFill>
                  <a:schemeClr val="dk1">
                    <a:tint val="82000"/>
                  </a:schemeClr>
                </a:solidFill>
                <a:effectLst/>
                <a:uFillTx/>
                <a:latin typeface="Aptos"/>
              </a:rPr>
              <a:t>&lt;date/time&gt;</a:t>
            </a:r>
            <a:endParaRPr lang="en-US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10" name="PlaceHolder 4"/>
          <p:cNvSpPr>
            <a:spLocks noGrp="1"/>
          </p:cNvSpPr>
          <p:nvPr>
            <p:ph type="ftr" idx="5"/>
          </p:nvPr>
        </p:nvSpPr>
        <p:spPr>
          <a:xfrm>
            <a:off x="4038480" y="6356520"/>
            <a:ext cx="4114440" cy="36468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ctr">
            <a:noAutofit/>
          </a:bodyPr>
          <a:lstStyle>
            <a:lvl1pPr indent="0" algn="ctr">
              <a:buNone/>
              <a:defRPr lang="en-US" sz="1400" b="0" u="none" strike="noStrike">
                <a:solidFill>
                  <a:srgbClr val="000000"/>
                </a:solidFill>
                <a:effectLst/>
                <a:uFillTx/>
                <a:latin typeface="Times New Roman"/>
              </a:defRPr>
            </a:lvl1pPr>
          </a:lstStyle>
          <a:p>
            <a:pPr indent="0" algn="ctr">
              <a:buNone/>
            </a:pPr>
            <a:r>
              <a:rPr lang="en-US" sz="1400" b="0" u="none" strike="noStrike">
                <a:solidFill>
                  <a:srgbClr val="000000"/>
                </a:solidFill>
                <a:effectLst/>
                <a:uFillTx/>
                <a:latin typeface="Times New Roman"/>
              </a:rPr>
              <a:t>&lt;footer&gt;</a:t>
            </a:r>
            <a:endParaRPr lang="en-US" sz="1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11" name="PlaceHolder 5"/>
          <p:cNvSpPr>
            <a:spLocks noGrp="1"/>
          </p:cNvSpPr>
          <p:nvPr>
            <p:ph type="sldNum" idx="6"/>
          </p:nvPr>
        </p:nvSpPr>
        <p:spPr>
          <a:xfrm>
            <a:off x="8610480" y="6356520"/>
            <a:ext cx="2742840" cy="36468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ctr">
            <a:noAutofit/>
          </a:bodyPr>
          <a:lstStyle>
            <a:lvl1pPr indent="0" algn="r" defTabSz="914400">
              <a:lnSpc>
                <a:spcPct val="100000"/>
              </a:lnSpc>
              <a:buNone/>
              <a:defRPr lang="en-US" sz="1200" b="0" u="none" strike="noStrike">
                <a:solidFill>
                  <a:schemeClr val="dk1">
                    <a:tint val="82000"/>
                  </a:schemeClr>
                </a:solidFill>
                <a:effectLst/>
                <a:uFillTx/>
                <a:latin typeface="Aptos"/>
              </a:defRPr>
            </a:lvl1pPr>
          </a:lstStyle>
          <a:p>
            <a:pPr indent="0" algn="r" defTabSz="914400">
              <a:lnSpc>
                <a:spcPct val="100000"/>
              </a:lnSpc>
              <a:buNone/>
            </a:pPr>
            <a:fld id="{48A30745-60FE-4995-8768-1496A995D16C}" type="slidenum">
              <a:rPr lang="en-US" sz="1200" b="0" u="none" strike="noStrike">
                <a:solidFill>
                  <a:schemeClr val="dk1">
                    <a:tint val="82000"/>
                  </a:schemeClr>
                </a:solidFill>
                <a:effectLst/>
                <a:uFillTx/>
                <a:latin typeface="Aptos"/>
              </a:rPr>
              <a:t>&lt;number&gt;</a:t>
            </a:fld>
            <a:endParaRPr lang="en-US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</p:sldLayout>
</file>

<file path=ppt/slideLayouts/slideLayout3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vertTitleAndTx" preserve="1">
  <p:cSld name="Vertical Title and Text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" name="PlaceHolder 1"/>
          <p:cNvSpPr>
            <a:spLocks noGrp="1"/>
          </p:cNvSpPr>
          <p:nvPr>
            <p:ph type="title"/>
          </p:nvPr>
        </p:nvSpPr>
        <p:spPr>
          <a:xfrm>
            <a:off x="8724960" y="365040"/>
            <a:ext cx="2628720" cy="581148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ctr" vert="eaVert">
            <a:noAutofit/>
          </a:bodyPr>
          <a:lstStyle>
            <a:lvl1pPr indent="0" algn="l" defTabSz="914400">
              <a:lnSpc>
                <a:spcPct val="90000"/>
              </a:lnSpc>
              <a:buNone/>
              <a:defRPr lang="en-US" sz="4400" b="0" u="none" strike="noStrike">
                <a:solidFill>
                  <a:schemeClr val="dk1"/>
                </a:solidFill>
                <a:effectLst/>
                <a:uFillTx/>
                <a:latin typeface="Aptos Display"/>
              </a:defRPr>
            </a:lvl1pPr>
          </a:lstStyle>
          <a:p>
            <a:pPr indent="0" algn="l" defTabSz="914400">
              <a:lnSpc>
                <a:spcPct val="90000"/>
              </a:lnSpc>
              <a:buNone/>
            </a:pPr>
            <a:r>
              <a:rPr lang="en-US" sz="4400" b="0" u="none" strike="noStrike">
                <a:solidFill>
                  <a:schemeClr val="dk1"/>
                </a:solidFill>
                <a:effectLst/>
                <a:uFillTx/>
                <a:latin typeface="Aptos Display"/>
              </a:rPr>
              <a:t>C</a:t>
            </a:r>
            <a:r>
              <a:rPr lang="en-US" sz="4400" b="0" u="none" strike="noStrike">
                <a:solidFill>
                  <a:schemeClr val="dk1"/>
                </a:solidFill>
                <a:effectLst/>
                <a:uFillTx/>
                <a:latin typeface="Aptos Display"/>
              </a:rPr>
              <a:t>l</a:t>
            </a:r>
            <a:r>
              <a:rPr lang="en-US" sz="4400" b="0" u="none" strike="noStrike">
                <a:solidFill>
                  <a:schemeClr val="dk1"/>
                </a:solidFill>
                <a:effectLst/>
                <a:uFillTx/>
                <a:latin typeface="Aptos Display"/>
              </a:rPr>
              <a:t>i</a:t>
            </a:r>
            <a:r>
              <a:rPr lang="en-US" sz="4400" b="0" u="none" strike="noStrike">
                <a:solidFill>
                  <a:schemeClr val="dk1"/>
                </a:solidFill>
                <a:effectLst/>
                <a:uFillTx/>
                <a:latin typeface="Aptos Display"/>
              </a:rPr>
              <a:t>c</a:t>
            </a:r>
            <a:r>
              <a:rPr lang="en-US" sz="4400" b="0" u="none" strike="noStrike">
                <a:solidFill>
                  <a:schemeClr val="dk1"/>
                </a:solidFill>
                <a:effectLst/>
                <a:uFillTx/>
                <a:latin typeface="Aptos Display"/>
              </a:rPr>
              <a:t>k</a:t>
            </a:r>
            <a:r>
              <a:rPr lang="en-US" sz="4400" b="0" u="none" strike="noStrike">
                <a:solidFill>
                  <a:schemeClr val="dk1"/>
                </a:solidFill>
                <a:effectLst/>
                <a:uFillTx/>
                <a:latin typeface="Aptos Display"/>
              </a:rPr>
              <a:t> </a:t>
            </a:r>
            <a:r>
              <a:rPr lang="en-US" sz="4400" b="0" u="none" strike="noStrike">
                <a:solidFill>
                  <a:schemeClr val="dk1"/>
                </a:solidFill>
                <a:effectLst/>
                <a:uFillTx/>
                <a:latin typeface="Aptos Display"/>
              </a:rPr>
              <a:t>t</a:t>
            </a:r>
            <a:r>
              <a:rPr lang="en-US" sz="4400" b="0" u="none" strike="noStrike">
                <a:solidFill>
                  <a:schemeClr val="dk1"/>
                </a:solidFill>
                <a:effectLst/>
                <a:uFillTx/>
                <a:latin typeface="Aptos Display"/>
              </a:rPr>
              <a:t>o</a:t>
            </a:r>
            <a:r>
              <a:rPr lang="en-US" sz="4400" b="0" u="none" strike="noStrike">
                <a:solidFill>
                  <a:schemeClr val="dk1"/>
                </a:solidFill>
                <a:effectLst/>
                <a:uFillTx/>
                <a:latin typeface="Aptos Display"/>
              </a:rPr>
              <a:t> </a:t>
            </a:r>
            <a:r>
              <a:rPr lang="en-US" sz="4400" b="0" u="none" strike="noStrike">
                <a:solidFill>
                  <a:schemeClr val="dk1"/>
                </a:solidFill>
                <a:effectLst/>
                <a:uFillTx/>
                <a:latin typeface="Aptos Display"/>
              </a:rPr>
              <a:t>e</a:t>
            </a:r>
            <a:r>
              <a:rPr lang="en-US" sz="4400" b="0" u="none" strike="noStrike">
                <a:solidFill>
                  <a:schemeClr val="dk1"/>
                </a:solidFill>
                <a:effectLst/>
                <a:uFillTx/>
                <a:latin typeface="Aptos Display"/>
              </a:rPr>
              <a:t>d</a:t>
            </a:r>
            <a:r>
              <a:rPr lang="en-US" sz="4400" b="0" u="none" strike="noStrike">
                <a:solidFill>
                  <a:schemeClr val="dk1"/>
                </a:solidFill>
                <a:effectLst/>
                <a:uFillTx/>
                <a:latin typeface="Aptos Display"/>
              </a:rPr>
              <a:t>i</a:t>
            </a:r>
            <a:r>
              <a:rPr lang="en-US" sz="4400" b="0" u="none" strike="noStrike">
                <a:solidFill>
                  <a:schemeClr val="dk1"/>
                </a:solidFill>
                <a:effectLst/>
                <a:uFillTx/>
                <a:latin typeface="Aptos Display"/>
              </a:rPr>
              <a:t>t </a:t>
            </a:r>
            <a:r>
              <a:rPr lang="en-US" sz="4400" b="0" u="none" strike="noStrike">
                <a:solidFill>
                  <a:schemeClr val="dk1"/>
                </a:solidFill>
                <a:effectLst/>
                <a:uFillTx/>
                <a:latin typeface="Aptos Display"/>
              </a:rPr>
              <a:t>M</a:t>
            </a:r>
            <a:r>
              <a:rPr lang="en-US" sz="4400" b="0" u="none" strike="noStrike">
                <a:solidFill>
                  <a:schemeClr val="dk1"/>
                </a:solidFill>
                <a:effectLst/>
                <a:uFillTx/>
                <a:latin typeface="Aptos Display"/>
              </a:rPr>
              <a:t>a</a:t>
            </a:r>
            <a:r>
              <a:rPr lang="en-US" sz="4400" b="0" u="none" strike="noStrike">
                <a:solidFill>
                  <a:schemeClr val="dk1"/>
                </a:solidFill>
                <a:effectLst/>
                <a:uFillTx/>
                <a:latin typeface="Aptos Display"/>
              </a:rPr>
              <a:t>s</a:t>
            </a:r>
            <a:r>
              <a:rPr lang="en-US" sz="4400" b="0" u="none" strike="noStrike">
                <a:solidFill>
                  <a:schemeClr val="dk1"/>
                </a:solidFill>
                <a:effectLst/>
                <a:uFillTx/>
                <a:latin typeface="Aptos Display"/>
              </a:rPr>
              <a:t>t</a:t>
            </a:r>
            <a:r>
              <a:rPr lang="en-US" sz="4400" b="0" u="none" strike="noStrike">
                <a:solidFill>
                  <a:schemeClr val="dk1"/>
                </a:solidFill>
                <a:effectLst/>
                <a:uFillTx/>
                <a:latin typeface="Aptos Display"/>
              </a:rPr>
              <a:t>e</a:t>
            </a:r>
            <a:r>
              <a:rPr lang="en-US" sz="4400" b="0" u="none" strike="noStrike">
                <a:solidFill>
                  <a:schemeClr val="dk1"/>
                </a:solidFill>
                <a:effectLst/>
                <a:uFillTx/>
                <a:latin typeface="Aptos Display"/>
              </a:rPr>
              <a:t>r</a:t>
            </a:r>
            <a:r>
              <a:rPr lang="en-US" sz="4400" b="0" u="none" strike="noStrike">
                <a:solidFill>
                  <a:schemeClr val="dk1"/>
                </a:solidFill>
                <a:effectLst/>
                <a:uFillTx/>
                <a:latin typeface="Aptos Display"/>
              </a:rPr>
              <a:t> </a:t>
            </a:r>
            <a:r>
              <a:rPr lang="en-US" sz="4400" b="0" u="none" strike="noStrike">
                <a:solidFill>
                  <a:schemeClr val="dk1"/>
                </a:solidFill>
                <a:effectLst/>
                <a:uFillTx/>
                <a:latin typeface="Aptos Display"/>
              </a:rPr>
              <a:t>t</a:t>
            </a:r>
            <a:r>
              <a:rPr lang="en-US" sz="4400" b="0" u="none" strike="noStrike">
                <a:solidFill>
                  <a:schemeClr val="dk1"/>
                </a:solidFill>
                <a:effectLst/>
                <a:uFillTx/>
                <a:latin typeface="Aptos Display"/>
              </a:rPr>
              <a:t>i</a:t>
            </a:r>
            <a:r>
              <a:rPr lang="en-US" sz="4400" b="0" u="none" strike="noStrike">
                <a:solidFill>
                  <a:schemeClr val="dk1"/>
                </a:solidFill>
                <a:effectLst/>
                <a:uFillTx/>
                <a:latin typeface="Aptos Display"/>
              </a:rPr>
              <a:t>t</a:t>
            </a:r>
            <a:r>
              <a:rPr lang="en-US" sz="4400" b="0" u="none" strike="noStrike">
                <a:solidFill>
                  <a:schemeClr val="dk1"/>
                </a:solidFill>
                <a:effectLst/>
                <a:uFillTx/>
                <a:latin typeface="Aptos Display"/>
              </a:rPr>
              <a:t>l</a:t>
            </a:r>
            <a:r>
              <a:rPr lang="en-US" sz="4400" b="0" u="none" strike="noStrike">
                <a:solidFill>
                  <a:schemeClr val="dk1"/>
                </a:solidFill>
                <a:effectLst/>
                <a:uFillTx/>
                <a:latin typeface="Aptos Display"/>
              </a:rPr>
              <a:t>e</a:t>
            </a:r>
            <a:r>
              <a:rPr lang="en-US" sz="4400" b="0" u="none" strike="noStrike">
                <a:solidFill>
                  <a:schemeClr val="dk1"/>
                </a:solidFill>
                <a:effectLst/>
                <a:uFillTx/>
                <a:latin typeface="Aptos Display"/>
              </a:rPr>
              <a:t> </a:t>
            </a:r>
            <a:r>
              <a:rPr lang="en-US" sz="4400" b="0" u="none" strike="noStrike">
                <a:solidFill>
                  <a:schemeClr val="dk1"/>
                </a:solidFill>
                <a:effectLst/>
                <a:uFillTx/>
                <a:latin typeface="Aptos Display"/>
              </a:rPr>
              <a:t>s</a:t>
            </a:r>
            <a:r>
              <a:rPr lang="en-US" sz="4400" b="0" u="none" strike="noStrike">
                <a:solidFill>
                  <a:schemeClr val="dk1"/>
                </a:solidFill>
                <a:effectLst/>
                <a:uFillTx/>
                <a:latin typeface="Aptos Display"/>
              </a:rPr>
              <a:t>t</a:t>
            </a:r>
            <a:r>
              <a:rPr lang="en-US" sz="4400" b="0" u="none" strike="noStrike">
                <a:solidFill>
                  <a:schemeClr val="dk1"/>
                </a:solidFill>
                <a:effectLst/>
                <a:uFillTx/>
                <a:latin typeface="Aptos Display"/>
              </a:rPr>
              <a:t>y</a:t>
            </a:r>
            <a:r>
              <a:rPr lang="en-US" sz="4400" b="0" u="none" strike="noStrike">
                <a:solidFill>
                  <a:schemeClr val="dk1"/>
                </a:solidFill>
                <a:effectLst/>
                <a:uFillTx/>
                <a:latin typeface="Aptos Display"/>
              </a:rPr>
              <a:t>l</a:t>
            </a:r>
            <a:r>
              <a:rPr lang="en-US" sz="4400" b="0" u="none" strike="noStrike">
                <a:solidFill>
                  <a:schemeClr val="dk1"/>
                </a:solidFill>
                <a:effectLst/>
                <a:uFillTx/>
                <a:latin typeface="Aptos Display"/>
              </a:rPr>
              <a:t>e</a:t>
            </a:r>
            <a:endParaRPr lang="en-US" sz="4400" b="0" u="none" strike="noStrike">
              <a:solidFill>
                <a:schemeClr val="dk1"/>
              </a:solidFill>
              <a:effectLst/>
              <a:uFillTx/>
              <a:latin typeface="Aptos Display"/>
            </a:endParaRPr>
          </a:p>
        </p:txBody>
      </p:sp>
      <p:sp>
        <p:nvSpPr>
          <p:cNvPr id="13" name="PlaceHolder 2"/>
          <p:cNvSpPr>
            <a:spLocks noGrp="1"/>
          </p:cNvSpPr>
          <p:nvPr>
            <p:ph type="body"/>
          </p:nvPr>
        </p:nvSpPr>
        <p:spPr>
          <a:xfrm>
            <a:off x="838080" y="365040"/>
            <a:ext cx="7733880" cy="581148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t" vert="eaVert">
            <a:noAutofit/>
          </a:bodyPr>
          <a:lstStyle>
            <a:lvl1pPr algn="l" defTabSz="914400">
              <a:lnSpc>
                <a:spcPct val="90000"/>
              </a:lnSpc>
              <a:spcBef>
                <a:spcPts val="1001"/>
              </a:spcBef>
              <a:buClr>
                <a:srgbClr val="000000"/>
              </a:buClr>
              <a:buFont typeface="Arial"/>
              <a:buChar char="•"/>
              <a:defRPr lang="en-US" sz="2800" b="0" u="none" strike="noStrike">
                <a:solidFill>
                  <a:schemeClr val="dk1"/>
                </a:solidFill>
                <a:effectLst/>
                <a:uFillTx/>
                <a:latin typeface="Aptos"/>
              </a:defRPr>
            </a:lvl1pPr>
            <a:lvl2pPr lvl="1" algn="l" defTabSz="914400">
              <a:lnSpc>
                <a:spcPct val="90000"/>
              </a:lnSpc>
              <a:spcBef>
                <a:spcPts val="499"/>
              </a:spcBef>
              <a:buClr>
                <a:srgbClr val="000000"/>
              </a:buClr>
              <a:buFont typeface="Arial"/>
              <a:buChar char="•"/>
              <a:defRPr lang="en-US" sz="2400" b="0" u="none" strike="noStrike">
                <a:solidFill>
                  <a:schemeClr val="dk1"/>
                </a:solidFill>
                <a:effectLst/>
                <a:uFillTx/>
                <a:latin typeface="Aptos"/>
              </a:defRPr>
            </a:lvl2pPr>
            <a:lvl3pPr lvl="2" algn="l" defTabSz="914400">
              <a:lnSpc>
                <a:spcPct val="90000"/>
              </a:lnSpc>
              <a:spcBef>
                <a:spcPts val="499"/>
              </a:spcBef>
              <a:buClr>
                <a:srgbClr val="000000"/>
              </a:buClr>
              <a:buFont typeface="Arial"/>
              <a:buChar char="•"/>
              <a:defRPr lang="en-US" sz="2000" b="0" u="none" strike="noStrike">
                <a:solidFill>
                  <a:schemeClr val="dk1"/>
                </a:solidFill>
                <a:effectLst/>
                <a:uFillTx/>
                <a:latin typeface="Aptos"/>
              </a:defRPr>
            </a:lvl3pPr>
            <a:lvl4pPr lvl="3" algn="l" defTabSz="914400">
              <a:lnSpc>
                <a:spcPct val="90000"/>
              </a:lnSpc>
              <a:spcBef>
                <a:spcPts val="499"/>
              </a:spcBef>
              <a:buClr>
                <a:srgbClr val="000000"/>
              </a:buClr>
              <a:buFont typeface="Arial"/>
              <a:buChar char="•"/>
              <a:defRPr lang="en-US" sz="1800" b="0" u="none" strike="noStrike">
                <a:solidFill>
                  <a:schemeClr val="dk1"/>
                </a:solidFill>
                <a:effectLst/>
                <a:uFillTx/>
                <a:latin typeface="Aptos"/>
              </a:defRPr>
            </a:lvl4pPr>
            <a:lvl5pPr lvl="4" algn="l" defTabSz="914400">
              <a:lnSpc>
                <a:spcPct val="90000"/>
              </a:lnSpc>
              <a:spcBef>
                <a:spcPts val="499"/>
              </a:spcBef>
              <a:buClr>
                <a:srgbClr val="000000"/>
              </a:buClr>
              <a:buFont typeface="Arial"/>
              <a:buChar char="•"/>
              <a:defRPr lang="en-US" sz="1800" b="0" u="none" strike="noStrike">
                <a:solidFill>
                  <a:schemeClr val="dk1"/>
                </a:solidFill>
                <a:effectLst/>
                <a:uFillTx/>
                <a:latin typeface="Aptos"/>
              </a:defRPr>
            </a:lvl5pPr>
          </a:lstStyle>
          <a:p>
            <a:pPr marL="228600" indent="-228600" algn="l" defTabSz="914400">
              <a:lnSpc>
                <a:spcPct val="90000"/>
              </a:lnSpc>
              <a:spcBef>
                <a:spcPts val="1001"/>
              </a:spcBef>
              <a:buClr>
                <a:srgbClr val="000000"/>
              </a:buClr>
              <a:buFont typeface="Arial"/>
              <a:buChar char="•"/>
            </a:pPr>
            <a:r>
              <a:rPr lang="en-US" sz="2800" b="0" u="none" strike="noStrike">
                <a:solidFill>
                  <a:schemeClr val="dk1"/>
                </a:solidFill>
                <a:effectLst/>
                <a:uFillTx/>
                <a:latin typeface="Aptos"/>
              </a:rPr>
              <a:t>Click to edit Master text styles</a:t>
            </a:r>
            <a:endParaRPr lang="en-US" sz="2800" b="0" u="none" strike="noStrike">
              <a:solidFill>
                <a:schemeClr val="dk1"/>
              </a:solidFill>
              <a:effectLst/>
              <a:uFillTx/>
              <a:latin typeface="Aptos"/>
            </a:endParaRPr>
          </a:p>
          <a:p>
            <a:pPr marL="685800" lvl="1" indent="-228600" algn="l" defTabSz="914400">
              <a:lnSpc>
                <a:spcPct val="90000"/>
              </a:lnSpc>
              <a:spcBef>
                <a:spcPts val="499"/>
              </a:spcBef>
              <a:buClr>
                <a:srgbClr val="000000"/>
              </a:buClr>
              <a:buFont typeface="Arial"/>
              <a:buChar char="•"/>
            </a:pPr>
            <a:r>
              <a:rPr lang="en-US" sz="2400" b="0" u="none" strike="noStrike">
                <a:solidFill>
                  <a:schemeClr val="dk1"/>
                </a:solidFill>
                <a:effectLst/>
                <a:uFillTx/>
                <a:latin typeface="Aptos"/>
              </a:rPr>
              <a:t>Second level</a:t>
            </a:r>
            <a:endParaRPr lang="en-US" sz="2400" b="0" u="none" strike="noStrike">
              <a:solidFill>
                <a:schemeClr val="dk1"/>
              </a:solidFill>
              <a:effectLst/>
              <a:uFillTx/>
              <a:latin typeface="Aptos"/>
            </a:endParaRPr>
          </a:p>
          <a:p>
            <a:pPr marL="1143000" lvl="2" indent="-228600" algn="l" defTabSz="914400">
              <a:lnSpc>
                <a:spcPct val="90000"/>
              </a:lnSpc>
              <a:spcBef>
                <a:spcPts val="499"/>
              </a:spcBef>
              <a:buClr>
                <a:srgbClr val="000000"/>
              </a:buClr>
              <a:buFont typeface="Arial"/>
              <a:buChar char="•"/>
            </a:pPr>
            <a:r>
              <a:rPr lang="en-US" sz="2000" b="0" u="none" strike="noStrike">
                <a:solidFill>
                  <a:schemeClr val="dk1"/>
                </a:solidFill>
                <a:effectLst/>
                <a:uFillTx/>
                <a:latin typeface="Aptos"/>
              </a:rPr>
              <a:t>Third level</a:t>
            </a:r>
            <a:endParaRPr lang="en-US" sz="2000" b="0" u="none" strike="noStrike">
              <a:solidFill>
                <a:schemeClr val="dk1"/>
              </a:solidFill>
              <a:effectLst/>
              <a:uFillTx/>
              <a:latin typeface="Aptos"/>
            </a:endParaRPr>
          </a:p>
          <a:p>
            <a:pPr marL="1600200" lvl="3" indent="-228600" algn="l" defTabSz="914400">
              <a:lnSpc>
                <a:spcPct val="90000"/>
              </a:lnSpc>
              <a:spcBef>
                <a:spcPts val="499"/>
              </a:spcBef>
              <a:buClr>
                <a:srgbClr val="000000"/>
              </a:buClr>
              <a:buFont typeface="Arial"/>
              <a:buChar char="•"/>
            </a:pPr>
            <a:r>
              <a:rPr lang="en-US" sz="1800" b="0" u="none" strike="noStrike">
                <a:solidFill>
                  <a:schemeClr val="dk1"/>
                </a:solidFill>
                <a:effectLst/>
                <a:uFillTx/>
                <a:latin typeface="Aptos"/>
              </a:rPr>
              <a:t>Fourth level</a:t>
            </a:r>
            <a:endParaRPr lang="en-US" sz="1800" b="0" u="none" strike="noStrike">
              <a:solidFill>
                <a:schemeClr val="dk1"/>
              </a:solidFill>
              <a:effectLst/>
              <a:uFillTx/>
              <a:latin typeface="Aptos"/>
            </a:endParaRPr>
          </a:p>
          <a:p>
            <a:pPr marL="2057400" lvl="4" indent="-228600" algn="l" defTabSz="914400">
              <a:lnSpc>
                <a:spcPct val="90000"/>
              </a:lnSpc>
              <a:spcBef>
                <a:spcPts val="499"/>
              </a:spcBef>
              <a:buClr>
                <a:srgbClr val="000000"/>
              </a:buClr>
              <a:buFont typeface="Arial"/>
              <a:buChar char="•"/>
            </a:pPr>
            <a:r>
              <a:rPr lang="en-US" sz="1800" b="0" u="none" strike="noStrike">
                <a:solidFill>
                  <a:schemeClr val="dk1"/>
                </a:solidFill>
                <a:effectLst/>
                <a:uFillTx/>
                <a:latin typeface="Aptos"/>
              </a:rPr>
              <a:t>Fifth level</a:t>
            </a:r>
            <a:endParaRPr lang="en-US" sz="1800" b="0" u="none" strike="noStrike">
              <a:solidFill>
                <a:schemeClr val="dk1"/>
              </a:solidFill>
              <a:effectLst/>
              <a:uFillTx/>
              <a:latin typeface="Aptos"/>
            </a:endParaRPr>
          </a:p>
        </p:txBody>
      </p:sp>
      <p:sp>
        <p:nvSpPr>
          <p:cNvPr id="14" name="PlaceHolder 3"/>
          <p:cNvSpPr>
            <a:spLocks noGrp="1"/>
          </p:cNvSpPr>
          <p:nvPr>
            <p:ph type="dt" idx="7"/>
          </p:nvPr>
        </p:nvSpPr>
        <p:spPr>
          <a:xfrm>
            <a:off x="838080" y="6356520"/>
            <a:ext cx="2742840" cy="36468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ctr">
            <a:noAutofit/>
          </a:bodyPr>
          <a:lstStyle>
            <a:lvl1pPr indent="0" algn="l" defTabSz="914400">
              <a:lnSpc>
                <a:spcPct val="100000"/>
              </a:lnSpc>
              <a:buNone/>
              <a:defRPr lang="en-US" sz="1200" b="0" u="none" strike="noStrike">
                <a:solidFill>
                  <a:schemeClr val="dk1">
                    <a:tint val="82000"/>
                  </a:schemeClr>
                </a:solidFill>
                <a:effectLst/>
                <a:uFillTx/>
                <a:latin typeface="Aptos"/>
              </a:defRPr>
            </a:lvl1pPr>
          </a:lstStyle>
          <a:p>
            <a:pPr indent="0" algn="l" defTabSz="914400">
              <a:lnSpc>
                <a:spcPct val="100000"/>
              </a:lnSpc>
              <a:buNone/>
            </a:pPr>
            <a:r>
              <a:rPr lang="en-US" sz="1200" b="0" u="none" strike="noStrike">
                <a:solidFill>
                  <a:schemeClr val="dk1">
                    <a:tint val="82000"/>
                  </a:schemeClr>
                </a:solidFill>
                <a:effectLst/>
                <a:uFillTx/>
                <a:latin typeface="Aptos"/>
              </a:rPr>
              <a:t>&lt;date/time&gt;</a:t>
            </a:r>
            <a:endParaRPr lang="en-US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15" name="PlaceHolder 4"/>
          <p:cNvSpPr>
            <a:spLocks noGrp="1"/>
          </p:cNvSpPr>
          <p:nvPr>
            <p:ph type="ftr" idx="8"/>
          </p:nvPr>
        </p:nvSpPr>
        <p:spPr>
          <a:xfrm>
            <a:off x="4038480" y="6356520"/>
            <a:ext cx="4114440" cy="36468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ctr">
            <a:noAutofit/>
          </a:bodyPr>
          <a:lstStyle>
            <a:lvl1pPr indent="0" algn="ctr">
              <a:buNone/>
              <a:defRPr lang="en-US" sz="1400" b="0" u="none" strike="noStrike">
                <a:solidFill>
                  <a:srgbClr val="000000"/>
                </a:solidFill>
                <a:effectLst/>
                <a:uFillTx/>
                <a:latin typeface="Times New Roman"/>
              </a:defRPr>
            </a:lvl1pPr>
          </a:lstStyle>
          <a:p>
            <a:pPr indent="0" algn="ctr">
              <a:buNone/>
            </a:pPr>
            <a:r>
              <a:rPr lang="en-US" sz="1400" b="0" u="none" strike="noStrike">
                <a:solidFill>
                  <a:srgbClr val="000000"/>
                </a:solidFill>
                <a:effectLst/>
                <a:uFillTx/>
                <a:latin typeface="Times New Roman"/>
              </a:rPr>
              <a:t>&lt;footer&gt;</a:t>
            </a:r>
            <a:endParaRPr lang="en-US" sz="1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16" name="PlaceHolder 5"/>
          <p:cNvSpPr>
            <a:spLocks noGrp="1"/>
          </p:cNvSpPr>
          <p:nvPr>
            <p:ph type="sldNum" idx="9"/>
          </p:nvPr>
        </p:nvSpPr>
        <p:spPr>
          <a:xfrm>
            <a:off x="8610480" y="6356520"/>
            <a:ext cx="2742840" cy="36468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ctr">
            <a:noAutofit/>
          </a:bodyPr>
          <a:lstStyle>
            <a:lvl1pPr indent="0" algn="r" defTabSz="914400">
              <a:lnSpc>
                <a:spcPct val="100000"/>
              </a:lnSpc>
              <a:buNone/>
              <a:defRPr lang="en-US" sz="1200" b="0" u="none" strike="noStrike">
                <a:solidFill>
                  <a:schemeClr val="dk1">
                    <a:tint val="82000"/>
                  </a:schemeClr>
                </a:solidFill>
                <a:effectLst/>
                <a:uFillTx/>
                <a:latin typeface="Aptos"/>
              </a:defRPr>
            </a:lvl1pPr>
          </a:lstStyle>
          <a:p>
            <a:pPr indent="0" algn="r" defTabSz="914400">
              <a:lnSpc>
                <a:spcPct val="100000"/>
              </a:lnSpc>
              <a:buNone/>
            </a:pPr>
            <a:fld id="{D553E541-7FB9-4B9C-8C80-8CF10F6BAD43}" type="slidenum">
              <a:rPr lang="en-US" sz="1200" b="0" u="none" strike="noStrike">
                <a:solidFill>
                  <a:schemeClr val="dk1">
                    <a:tint val="82000"/>
                  </a:schemeClr>
                </a:solidFill>
                <a:effectLst/>
                <a:uFillTx/>
                <a:latin typeface="Aptos"/>
              </a:rPr>
              <a:t>&lt;number&gt;</a:t>
            </a:fld>
            <a:endParaRPr lang="en-US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</p:sldLayout>
</file>

<file path=ppt/slideLayouts/slideLayout4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obj" preserve="1">
  <p:cSld name="Title and Content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PlaceHolder 1"/>
          <p:cNvSpPr>
            <a:spLocks noGrp="1"/>
          </p:cNvSpPr>
          <p:nvPr>
            <p:ph type="title"/>
          </p:nvPr>
        </p:nvSpPr>
        <p:spPr>
          <a:xfrm>
            <a:off x="838080" y="365040"/>
            <a:ext cx="10515240" cy="132516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ctr">
            <a:noAutofit/>
          </a:bodyPr>
          <a:lstStyle>
            <a:lvl1pPr indent="0" algn="l" defTabSz="914400">
              <a:lnSpc>
                <a:spcPct val="90000"/>
              </a:lnSpc>
              <a:buNone/>
              <a:defRPr lang="en-US" sz="4400" b="0" u="none" strike="noStrike">
                <a:solidFill>
                  <a:schemeClr val="dk1"/>
                </a:solidFill>
                <a:effectLst/>
                <a:uFillTx/>
                <a:latin typeface="Aptos Display"/>
              </a:defRPr>
            </a:lvl1pPr>
          </a:lstStyle>
          <a:p>
            <a:pPr indent="0" algn="l" defTabSz="914400">
              <a:lnSpc>
                <a:spcPct val="90000"/>
              </a:lnSpc>
              <a:buNone/>
            </a:pPr>
            <a:r>
              <a:rPr lang="en-US" sz="4400" b="0" u="none" strike="noStrike">
                <a:solidFill>
                  <a:schemeClr val="dk1"/>
                </a:solidFill>
                <a:effectLst/>
                <a:uFillTx/>
                <a:latin typeface="Aptos Display"/>
              </a:rPr>
              <a:t>Clic</a:t>
            </a:r>
            <a:r>
              <a:rPr lang="en-US" sz="4400" b="0" u="none" strike="noStrike">
                <a:solidFill>
                  <a:schemeClr val="dk1"/>
                </a:solidFill>
                <a:effectLst/>
                <a:uFillTx/>
                <a:latin typeface="Aptos Display"/>
              </a:rPr>
              <a:t>k to </a:t>
            </a:r>
            <a:r>
              <a:rPr lang="en-US" sz="4400" b="0" u="none" strike="noStrike">
                <a:solidFill>
                  <a:schemeClr val="dk1"/>
                </a:solidFill>
                <a:effectLst/>
                <a:uFillTx/>
                <a:latin typeface="Aptos Display"/>
              </a:rPr>
              <a:t>edit </a:t>
            </a:r>
            <a:r>
              <a:rPr lang="en-US" sz="4400" b="0" u="none" strike="noStrike">
                <a:solidFill>
                  <a:schemeClr val="dk1"/>
                </a:solidFill>
                <a:effectLst/>
                <a:uFillTx/>
                <a:latin typeface="Aptos Display"/>
              </a:rPr>
              <a:t>Mas</a:t>
            </a:r>
            <a:r>
              <a:rPr lang="en-US" sz="4400" b="0" u="none" strike="noStrike">
                <a:solidFill>
                  <a:schemeClr val="dk1"/>
                </a:solidFill>
                <a:effectLst/>
                <a:uFillTx/>
                <a:latin typeface="Aptos Display"/>
              </a:rPr>
              <a:t>ter </a:t>
            </a:r>
            <a:r>
              <a:rPr lang="en-US" sz="4400" b="0" u="none" strike="noStrike">
                <a:solidFill>
                  <a:schemeClr val="dk1"/>
                </a:solidFill>
                <a:effectLst/>
                <a:uFillTx/>
                <a:latin typeface="Aptos Display"/>
              </a:rPr>
              <a:t>title </a:t>
            </a:r>
            <a:r>
              <a:rPr lang="en-US" sz="4400" b="0" u="none" strike="noStrike">
                <a:solidFill>
                  <a:schemeClr val="dk1"/>
                </a:solidFill>
                <a:effectLst/>
                <a:uFillTx/>
                <a:latin typeface="Aptos Display"/>
              </a:rPr>
              <a:t>styl</a:t>
            </a:r>
            <a:r>
              <a:rPr lang="en-US" sz="4400" b="0" u="none" strike="noStrike">
                <a:solidFill>
                  <a:schemeClr val="dk1"/>
                </a:solidFill>
                <a:effectLst/>
                <a:uFillTx/>
                <a:latin typeface="Aptos Display"/>
              </a:rPr>
              <a:t>e</a:t>
            </a:r>
            <a:endParaRPr lang="en-US" sz="4400" b="0" u="none" strike="noStrike">
              <a:solidFill>
                <a:schemeClr val="dk1"/>
              </a:solidFill>
              <a:effectLst/>
              <a:uFillTx/>
              <a:latin typeface="Aptos Display"/>
            </a:endParaRPr>
          </a:p>
        </p:txBody>
      </p:sp>
      <p:sp>
        <p:nvSpPr>
          <p:cNvPr id="18" name="PlaceHolder 2"/>
          <p:cNvSpPr>
            <a:spLocks noGrp="1"/>
          </p:cNvSpPr>
          <p:nvPr>
            <p:ph type="body"/>
          </p:nvPr>
        </p:nvSpPr>
        <p:spPr>
          <a:xfrm>
            <a:off x="838080" y="1825560"/>
            <a:ext cx="10515240" cy="435096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t">
            <a:noAutofit/>
          </a:bodyPr>
          <a:lstStyle>
            <a:lvl1pPr algn="l" defTabSz="914400">
              <a:lnSpc>
                <a:spcPct val="90000"/>
              </a:lnSpc>
              <a:spcBef>
                <a:spcPts val="1001"/>
              </a:spcBef>
              <a:buClr>
                <a:srgbClr val="000000"/>
              </a:buClr>
              <a:buFont typeface="Arial"/>
              <a:buChar char="•"/>
              <a:defRPr lang="en-US" sz="2800" b="0" u="none" strike="noStrike">
                <a:solidFill>
                  <a:schemeClr val="dk1"/>
                </a:solidFill>
                <a:effectLst/>
                <a:uFillTx/>
                <a:latin typeface="Aptos"/>
              </a:defRPr>
            </a:lvl1pPr>
            <a:lvl2pPr lvl="1" algn="l" defTabSz="914400">
              <a:lnSpc>
                <a:spcPct val="90000"/>
              </a:lnSpc>
              <a:spcBef>
                <a:spcPts val="499"/>
              </a:spcBef>
              <a:buClr>
                <a:srgbClr val="000000"/>
              </a:buClr>
              <a:buFont typeface="Arial"/>
              <a:buChar char="•"/>
              <a:defRPr lang="en-US" sz="2400" b="0" u="none" strike="noStrike">
                <a:solidFill>
                  <a:schemeClr val="dk1"/>
                </a:solidFill>
                <a:effectLst/>
                <a:uFillTx/>
                <a:latin typeface="Aptos"/>
              </a:defRPr>
            </a:lvl2pPr>
            <a:lvl3pPr lvl="2" algn="l" defTabSz="914400">
              <a:lnSpc>
                <a:spcPct val="90000"/>
              </a:lnSpc>
              <a:spcBef>
                <a:spcPts val="499"/>
              </a:spcBef>
              <a:buClr>
                <a:srgbClr val="000000"/>
              </a:buClr>
              <a:buFont typeface="Arial"/>
              <a:buChar char="•"/>
              <a:defRPr lang="en-US" sz="2000" b="0" u="none" strike="noStrike">
                <a:solidFill>
                  <a:schemeClr val="dk1"/>
                </a:solidFill>
                <a:effectLst/>
                <a:uFillTx/>
                <a:latin typeface="Aptos"/>
              </a:defRPr>
            </a:lvl3pPr>
            <a:lvl4pPr lvl="3" algn="l" defTabSz="914400">
              <a:lnSpc>
                <a:spcPct val="90000"/>
              </a:lnSpc>
              <a:spcBef>
                <a:spcPts val="499"/>
              </a:spcBef>
              <a:buClr>
                <a:srgbClr val="000000"/>
              </a:buClr>
              <a:buFont typeface="Arial"/>
              <a:buChar char="•"/>
              <a:defRPr lang="en-US" sz="1800" b="0" u="none" strike="noStrike">
                <a:solidFill>
                  <a:schemeClr val="dk1"/>
                </a:solidFill>
                <a:effectLst/>
                <a:uFillTx/>
                <a:latin typeface="Aptos"/>
              </a:defRPr>
            </a:lvl4pPr>
            <a:lvl5pPr lvl="4" algn="l" defTabSz="914400">
              <a:lnSpc>
                <a:spcPct val="90000"/>
              </a:lnSpc>
              <a:spcBef>
                <a:spcPts val="499"/>
              </a:spcBef>
              <a:buClr>
                <a:srgbClr val="000000"/>
              </a:buClr>
              <a:buFont typeface="Arial"/>
              <a:buChar char="•"/>
              <a:defRPr lang="en-US" sz="1800" b="0" u="none" strike="noStrike">
                <a:solidFill>
                  <a:schemeClr val="dk1"/>
                </a:solidFill>
                <a:effectLst/>
                <a:uFillTx/>
                <a:latin typeface="Aptos"/>
              </a:defRPr>
            </a:lvl5pPr>
          </a:lstStyle>
          <a:p>
            <a:pPr marL="228600" indent="-228600" algn="l" defTabSz="914400">
              <a:lnSpc>
                <a:spcPct val="90000"/>
              </a:lnSpc>
              <a:spcBef>
                <a:spcPts val="1001"/>
              </a:spcBef>
              <a:buClr>
                <a:srgbClr val="000000"/>
              </a:buClr>
              <a:buFont typeface="Arial"/>
              <a:buChar char="•"/>
            </a:pPr>
            <a:r>
              <a:rPr lang="en-US" sz="2800" b="0" u="none" strike="noStrike">
                <a:solidFill>
                  <a:schemeClr val="dk1"/>
                </a:solidFill>
                <a:effectLst/>
                <a:uFillTx/>
                <a:latin typeface="Aptos"/>
              </a:rPr>
              <a:t>Click to edit Master text styles</a:t>
            </a:r>
            <a:endParaRPr lang="en-US" sz="2800" b="0" u="none" strike="noStrike">
              <a:solidFill>
                <a:schemeClr val="dk1"/>
              </a:solidFill>
              <a:effectLst/>
              <a:uFillTx/>
              <a:latin typeface="Aptos"/>
            </a:endParaRPr>
          </a:p>
          <a:p>
            <a:pPr marL="685800" lvl="1" indent="-228600" algn="l" defTabSz="914400">
              <a:lnSpc>
                <a:spcPct val="90000"/>
              </a:lnSpc>
              <a:spcBef>
                <a:spcPts val="499"/>
              </a:spcBef>
              <a:buClr>
                <a:srgbClr val="000000"/>
              </a:buClr>
              <a:buFont typeface="Arial"/>
              <a:buChar char="•"/>
            </a:pPr>
            <a:r>
              <a:rPr lang="en-US" sz="2400" b="0" u="none" strike="noStrike">
                <a:solidFill>
                  <a:schemeClr val="dk1"/>
                </a:solidFill>
                <a:effectLst/>
                <a:uFillTx/>
                <a:latin typeface="Aptos"/>
              </a:rPr>
              <a:t>Second level</a:t>
            </a:r>
            <a:endParaRPr lang="en-US" sz="2400" b="0" u="none" strike="noStrike">
              <a:solidFill>
                <a:schemeClr val="dk1"/>
              </a:solidFill>
              <a:effectLst/>
              <a:uFillTx/>
              <a:latin typeface="Aptos"/>
            </a:endParaRPr>
          </a:p>
          <a:p>
            <a:pPr marL="1143000" lvl="2" indent="-228600" algn="l" defTabSz="914400">
              <a:lnSpc>
                <a:spcPct val="90000"/>
              </a:lnSpc>
              <a:spcBef>
                <a:spcPts val="499"/>
              </a:spcBef>
              <a:buClr>
                <a:srgbClr val="000000"/>
              </a:buClr>
              <a:buFont typeface="Arial"/>
              <a:buChar char="•"/>
            </a:pPr>
            <a:r>
              <a:rPr lang="en-US" sz="2000" b="0" u="none" strike="noStrike">
                <a:solidFill>
                  <a:schemeClr val="dk1"/>
                </a:solidFill>
                <a:effectLst/>
                <a:uFillTx/>
                <a:latin typeface="Aptos"/>
              </a:rPr>
              <a:t>Third level</a:t>
            </a:r>
            <a:endParaRPr lang="en-US" sz="2000" b="0" u="none" strike="noStrike">
              <a:solidFill>
                <a:schemeClr val="dk1"/>
              </a:solidFill>
              <a:effectLst/>
              <a:uFillTx/>
              <a:latin typeface="Aptos"/>
            </a:endParaRPr>
          </a:p>
          <a:p>
            <a:pPr marL="1600200" lvl="3" indent="-228600" algn="l" defTabSz="914400">
              <a:lnSpc>
                <a:spcPct val="90000"/>
              </a:lnSpc>
              <a:spcBef>
                <a:spcPts val="499"/>
              </a:spcBef>
              <a:buClr>
                <a:srgbClr val="000000"/>
              </a:buClr>
              <a:buFont typeface="Arial"/>
              <a:buChar char="•"/>
            </a:pPr>
            <a:r>
              <a:rPr lang="en-US" sz="1800" b="0" u="none" strike="noStrike">
                <a:solidFill>
                  <a:schemeClr val="dk1"/>
                </a:solidFill>
                <a:effectLst/>
                <a:uFillTx/>
                <a:latin typeface="Aptos"/>
              </a:rPr>
              <a:t>Fourth level</a:t>
            </a:r>
            <a:endParaRPr lang="en-US" sz="1800" b="0" u="none" strike="noStrike">
              <a:solidFill>
                <a:schemeClr val="dk1"/>
              </a:solidFill>
              <a:effectLst/>
              <a:uFillTx/>
              <a:latin typeface="Aptos"/>
            </a:endParaRPr>
          </a:p>
          <a:p>
            <a:pPr marL="2057400" lvl="4" indent="-228600" algn="l" defTabSz="914400">
              <a:lnSpc>
                <a:spcPct val="90000"/>
              </a:lnSpc>
              <a:spcBef>
                <a:spcPts val="499"/>
              </a:spcBef>
              <a:buClr>
                <a:srgbClr val="000000"/>
              </a:buClr>
              <a:buFont typeface="Arial"/>
              <a:buChar char="•"/>
            </a:pPr>
            <a:r>
              <a:rPr lang="en-US" sz="1800" b="0" u="none" strike="noStrike">
                <a:solidFill>
                  <a:schemeClr val="dk1"/>
                </a:solidFill>
                <a:effectLst/>
                <a:uFillTx/>
                <a:latin typeface="Aptos"/>
              </a:rPr>
              <a:t>Fifth level</a:t>
            </a:r>
            <a:endParaRPr lang="en-US" sz="1800" b="0" u="none" strike="noStrike">
              <a:solidFill>
                <a:schemeClr val="dk1"/>
              </a:solidFill>
              <a:effectLst/>
              <a:uFillTx/>
              <a:latin typeface="Aptos"/>
            </a:endParaRPr>
          </a:p>
        </p:txBody>
      </p:sp>
      <p:sp>
        <p:nvSpPr>
          <p:cNvPr id="19" name="PlaceHolder 3"/>
          <p:cNvSpPr>
            <a:spLocks noGrp="1"/>
          </p:cNvSpPr>
          <p:nvPr>
            <p:ph type="dt" idx="10"/>
          </p:nvPr>
        </p:nvSpPr>
        <p:spPr>
          <a:xfrm>
            <a:off x="838080" y="6356520"/>
            <a:ext cx="2742840" cy="36468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ctr">
            <a:noAutofit/>
          </a:bodyPr>
          <a:lstStyle>
            <a:lvl1pPr indent="0" algn="l" defTabSz="914400">
              <a:lnSpc>
                <a:spcPct val="100000"/>
              </a:lnSpc>
              <a:buNone/>
              <a:defRPr lang="en-US" sz="1200" b="0" u="none" strike="noStrike">
                <a:solidFill>
                  <a:schemeClr val="dk1">
                    <a:tint val="82000"/>
                  </a:schemeClr>
                </a:solidFill>
                <a:effectLst/>
                <a:uFillTx/>
                <a:latin typeface="Aptos"/>
              </a:defRPr>
            </a:lvl1pPr>
          </a:lstStyle>
          <a:p>
            <a:pPr indent="0" algn="l" defTabSz="914400">
              <a:lnSpc>
                <a:spcPct val="100000"/>
              </a:lnSpc>
              <a:buNone/>
            </a:pPr>
            <a:r>
              <a:rPr lang="en-US" sz="1200" b="0" u="none" strike="noStrike">
                <a:solidFill>
                  <a:schemeClr val="dk1">
                    <a:tint val="82000"/>
                  </a:schemeClr>
                </a:solidFill>
                <a:effectLst/>
                <a:uFillTx/>
                <a:latin typeface="Aptos"/>
              </a:rPr>
              <a:t>&lt;date/time&gt;</a:t>
            </a:r>
            <a:endParaRPr lang="en-US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20" name="PlaceHolder 4"/>
          <p:cNvSpPr>
            <a:spLocks noGrp="1"/>
          </p:cNvSpPr>
          <p:nvPr>
            <p:ph type="ftr" idx="11"/>
          </p:nvPr>
        </p:nvSpPr>
        <p:spPr>
          <a:xfrm>
            <a:off x="4038480" y="6356520"/>
            <a:ext cx="4114440" cy="36468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ctr">
            <a:noAutofit/>
          </a:bodyPr>
          <a:lstStyle>
            <a:lvl1pPr indent="0" algn="ctr">
              <a:buNone/>
              <a:defRPr lang="en-US" sz="1400" b="0" u="none" strike="noStrike">
                <a:solidFill>
                  <a:srgbClr val="000000"/>
                </a:solidFill>
                <a:effectLst/>
                <a:uFillTx/>
                <a:latin typeface="Times New Roman"/>
              </a:defRPr>
            </a:lvl1pPr>
          </a:lstStyle>
          <a:p>
            <a:pPr indent="0" algn="ctr">
              <a:buNone/>
            </a:pPr>
            <a:r>
              <a:rPr lang="en-US" sz="1400" b="0" u="none" strike="noStrike">
                <a:solidFill>
                  <a:srgbClr val="000000"/>
                </a:solidFill>
                <a:effectLst/>
                <a:uFillTx/>
                <a:latin typeface="Times New Roman"/>
              </a:rPr>
              <a:t>&lt;footer&gt;</a:t>
            </a:r>
            <a:endParaRPr lang="en-US" sz="1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21" name="PlaceHolder 5"/>
          <p:cNvSpPr>
            <a:spLocks noGrp="1"/>
          </p:cNvSpPr>
          <p:nvPr>
            <p:ph type="sldNum" idx="12"/>
          </p:nvPr>
        </p:nvSpPr>
        <p:spPr>
          <a:xfrm>
            <a:off x="8610480" y="6356520"/>
            <a:ext cx="2742840" cy="36468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ctr">
            <a:noAutofit/>
          </a:bodyPr>
          <a:lstStyle>
            <a:lvl1pPr indent="0" algn="r" defTabSz="914400">
              <a:lnSpc>
                <a:spcPct val="100000"/>
              </a:lnSpc>
              <a:buNone/>
              <a:defRPr lang="en-US" sz="1200" b="0" u="none" strike="noStrike">
                <a:solidFill>
                  <a:schemeClr val="dk1">
                    <a:tint val="82000"/>
                  </a:schemeClr>
                </a:solidFill>
                <a:effectLst/>
                <a:uFillTx/>
                <a:latin typeface="Aptos"/>
              </a:defRPr>
            </a:lvl1pPr>
          </a:lstStyle>
          <a:p>
            <a:pPr indent="0" algn="r" defTabSz="914400">
              <a:lnSpc>
                <a:spcPct val="100000"/>
              </a:lnSpc>
              <a:buNone/>
            </a:pPr>
            <a:fld id="{6891AE2D-E87E-49A1-9685-E6D4618F9CEE}" type="slidenum">
              <a:rPr lang="en-US" sz="1200" b="0" u="none" strike="noStrike">
                <a:solidFill>
                  <a:schemeClr val="dk1">
                    <a:tint val="82000"/>
                  </a:schemeClr>
                </a:solidFill>
                <a:effectLst/>
                <a:uFillTx/>
                <a:latin typeface="Aptos"/>
              </a:rPr>
              <a:t>&lt;number&gt;</a:t>
            </a:fld>
            <a:endParaRPr lang="en-US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</p:sldLayout>
</file>

<file path=ppt/slideLayouts/slideLayout5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blank" preserve="1">
  <p:cSld name="Section Header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" name="PlaceHolder 1"/>
          <p:cNvSpPr>
            <a:spLocks noGrp="1"/>
          </p:cNvSpPr>
          <p:nvPr>
            <p:ph type="title"/>
          </p:nvPr>
        </p:nvSpPr>
        <p:spPr>
          <a:xfrm>
            <a:off x="831960" y="1709640"/>
            <a:ext cx="10515240" cy="285228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b">
            <a:noAutofit/>
          </a:bodyPr>
          <a:lstStyle>
            <a:lvl1pPr indent="0" algn="l" defTabSz="914400">
              <a:lnSpc>
                <a:spcPct val="90000"/>
              </a:lnSpc>
              <a:buNone/>
              <a:defRPr lang="en-US" sz="6000" b="0" u="none" strike="noStrike">
                <a:solidFill>
                  <a:schemeClr val="dk1"/>
                </a:solidFill>
                <a:effectLst/>
                <a:uFillTx/>
                <a:latin typeface="Aptos Display"/>
              </a:defRPr>
            </a:lvl1pPr>
          </a:lstStyle>
          <a:p>
            <a:pPr indent="0" algn="l" defTabSz="914400">
              <a:lnSpc>
                <a:spcPct val="90000"/>
              </a:lnSpc>
              <a:buNone/>
            </a:pPr>
            <a:r>
              <a:rPr lang="en-US" sz="6000" b="0" u="none" strike="noStrike">
                <a:solidFill>
                  <a:schemeClr val="dk1"/>
                </a:solidFill>
                <a:effectLst/>
                <a:uFillTx/>
                <a:latin typeface="Aptos Display"/>
              </a:rPr>
              <a:t>Cli</a:t>
            </a:r>
            <a:r>
              <a:rPr lang="en-US" sz="6000" b="0" u="none" strike="noStrike">
                <a:solidFill>
                  <a:schemeClr val="dk1"/>
                </a:solidFill>
                <a:effectLst/>
                <a:uFillTx/>
                <a:latin typeface="Aptos Display"/>
              </a:rPr>
              <a:t>ck </a:t>
            </a:r>
            <a:r>
              <a:rPr lang="en-US" sz="6000" b="0" u="none" strike="noStrike">
                <a:solidFill>
                  <a:schemeClr val="dk1"/>
                </a:solidFill>
                <a:effectLst/>
                <a:uFillTx/>
                <a:latin typeface="Aptos Display"/>
              </a:rPr>
              <a:t>to </a:t>
            </a:r>
            <a:r>
              <a:rPr lang="en-US" sz="6000" b="0" u="none" strike="noStrike">
                <a:solidFill>
                  <a:schemeClr val="dk1"/>
                </a:solidFill>
                <a:effectLst/>
                <a:uFillTx/>
                <a:latin typeface="Aptos Display"/>
              </a:rPr>
              <a:t>edi</a:t>
            </a:r>
            <a:r>
              <a:rPr lang="en-US" sz="6000" b="0" u="none" strike="noStrike">
                <a:solidFill>
                  <a:schemeClr val="dk1"/>
                </a:solidFill>
                <a:effectLst/>
                <a:uFillTx/>
                <a:latin typeface="Aptos Display"/>
              </a:rPr>
              <a:t>t </a:t>
            </a:r>
            <a:r>
              <a:rPr lang="en-US" sz="6000" b="0" u="none" strike="noStrike">
                <a:solidFill>
                  <a:schemeClr val="dk1"/>
                </a:solidFill>
                <a:effectLst/>
                <a:uFillTx/>
                <a:latin typeface="Aptos Display"/>
              </a:rPr>
              <a:t>Ma</a:t>
            </a:r>
            <a:r>
              <a:rPr lang="en-US" sz="6000" b="0" u="none" strike="noStrike">
                <a:solidFill>
                  <a:schemeClr val="dk1"/>
                </a:solidFill>
                <a:effectLst/>
                <a:uFillTx/>
                <a:latin typeface="Aptos Display"/>
              </a:rPr>
              <a:t>ste</a:t>
            </a:r>
            <a:r>
              <a:rPr lang="en-US" sz="6000" b="0" u="none" strike="noStrike">
                <a:solidFill>
                  <a:schemeClr val="dk1"/>
                </a:solidFill>
                <a:effectLst/>
                <a:uFillTx/>
                <a:latin typeface="Aptos Display"/>
              </a:rPr>
              <a:t>r </a:t>
            </a:r>
            <a:r>
              <a:rPr lang="en-US" sz="6000" b="0" u="none" strike="noStrike">
                <a:solidFill>
                  <a:schemeClr val="dk1"/>
                </a:solidFill>
                <a:effectLst/>
                <a:uFillTx/>
                <a:latin typeface="Aptos Display"/>
              </a:rPr>
              <a:t>titl</a:t>
            </a:r>
            <a:r>
              <a:rPr lang="en-US" sz="6000" b="0" u="none" strike="noStrike">
                <a:solidFill>
                  <a:schemeClr val="dk1"/>
                </a:solidFill>
                <a:effectLst/>
                <a:uFillTx/>
                <a:latin typeface="Aptos Display"/>
              </a:rPr>
              <a:t>e </a:t>
            </a:r>
            <a:r>
              <a:rPr lang="en-US" sz="6000" b="0" u="none" strike="noStrike">
                <a:solidFill>
                  <a:schemeClr val="dk1"/>
                </a:solidFill>
                <a:effectLst/>
                <a:uFillTx/>
                <a:latin typeface="Aptos Display"/>
              </a:rPr>
              <a:t>sty</a:t>
            </a:r>
            <a:r>
              <a:rPr lang="en-US" sz="6000" b="0" u="none" strike="noStrike">
                <a:solidFill>
                  <a:schemeClr val="dk1"/>
                </a:solidFill>
                <a:effectLst/>
                <a:uFillTx/>
                <a:latin typeface="Aptos Display"/>
              </a:rPr>
              <a:t>le</a:t>
            </a:r>
            <a:endParaRPr lang="en-US" sz="6000" b="0" u="none" strike="noStrike">
              <a:solidFill>
                <a:schemeClr val="dk1"/>
              </a:solidFill>
              <a:effectLst/>
              <a:uFillTx/>
              <a:latin typeface="Aptos Display"/>
            </a:endParaRPr>
          </a:p>
        </p:txBody>
      </p:sp>
      <p:sp>
        <p:nvSpPr>
          <p:cNvPr id="23" name="PlaceHolder 2"/>
          <p:cNvSpPr>
            <a:spLocks noGrp="1"/>
          </p:cNvSpPr>
          <p:nvPr>
            <p:ph type="body"/>
          </p:nvPr>
        </p:nvSpPr>
        <p:spPr>
          <a:xfrm>
            <a:off x="831960" y="4589640"/>
            <a:ext cx="10515240" cy="149976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t">
            <a:noAutofit/>
          </a:bodyPr>
          <a:lstStyle>
            <a:lvl1pPr indent="0" algn="l" defTabSz="914400">
              <a:lnSpc>
                <a:spcPct val="90000"/>
              </a:lnSpc>
              <a:spcBef>
                <a:spcPts val="1001"/>
              </a:spcBef>
              <a:buNone/>
              <a:tabLst>
                <a:tab pos="0" algn="l"/>
              </a:tabLst>
              <a:defRPr lang="en-US" sz="2400" b="0" u="none" strike="noStrike">
                <a:solidFill>
                  <a:schemeClr val="dk1">
                    <a:tint val="82000"/>
                  </a:schemeClr>
                </a:solidFill>
                <a:effectLst/>
                <a:uFillTx/>
                <a:latin typeface="Aptos"/>
              </a:defRPr>
            </a:lvl1pPr>
          </a:lstStyle>
          <a:p>
            <a:pPr indent="0" algn="l" defTabSz="914400">
              <a:lnSpc>
                <a:spcPct val="90000"/>
              </a:lnSpc>
              <a:spcBef>
                <a:spcPts val="1001"/>
              </a:spcBef>
              <a:buNone/>
              <a:tabLst>
                <a:tab pos="0" algn="l"/>
              </a:tabLst>
            </a:pPr>
            <a:r>
              <a:rPr lang="en-US" sz="2400" b="0" u="none" strike="noStrike">
                <a:solidFill>
                  <a:schemeClr val="dk1">
                    <a:tint val="82000"/>
                  </a:schemeClr>
                </a:solidFill>
                <a:effectLst/>
                <a:uFillTx/>
                <a:latin typeface="Aptos"/>
              </a:rPr>
              <a:t>Click to edit Master text styles</a:t>
            </a:r>
            <a:endParaRPr lang="en-US" sz="2400" b="0" u="none" strike="noStrike">
              <a:solidFill>
                <a:schemeClr val="dk1">
                  <a:tint val="82000"/>
                </a:schemeClr>
              </a:solidFill>
              <a:effectLst/>
              <a:uFillTx/>
              <a:latin typeface="Aptos"/>
            </a:endParaRPr>
          </a:p>
        </p:txBody>
      </p:sp>
      <p:sp>
        <p:nvSpPr>
          <p:cNvPr id="24" name="PlaceHolder 3"/>
          <p:cNvSpPr>
            <a:spLocks noGrp="1"/>
          </p:cNvSpPr>
          <p:nvPr>
            <p:ph type="dt" idx="13"/>
          </p:nvPr>
        </p:nvSpPr>
        <p:spPr>
          <a:xfrm>
            <a:off x="838080" y="6356520"/>
            <a:ext cx="2742840" cy="36468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ctr">
            <a:noAutofit/>
          </a:bodyPr>
          <a:lstStyle>
            <a:lvl1pPr indent="0" algn="l" defTabSz="914400">
              <a:lnSpc>
                <a:spcPct val="100000"/>
              </a:lnSpc>
              <a:buNone/>
              <a:defRPr lang="en-US" sz="1200" b="0" u="none" strike="noStrike">
                <a:solidFill>
                  <a:schemeClr val="dk1">
                    <a:tint val="82000"/>
                  </a:schemeClr>
                </a:solidFill>
                <a:effectLst/>
                <a:uFillTx/>
                <a:latin typeface="Aptos"/>
              </a:defRPr>
            </a:lvl1pPr>
          </a:lstStyle>
          <a:p>
            <a:pPr indent="0" algn="l" defTabSz="914400">
              <a:lnSpc>
                <a:spcPct val="100000"/>
              </a:lnSpc>
              <a:buNone/>
            </a:pPr>
            <a:r>
              <a:rPr lang="en-US" sz="1200" b="0" u="none" strike="noStrike">
                <a:solidFill>
                  <a:schemeClr val="dk1">
                    <a:tint val="82000"/>
                  </a:schemeClr>
                </a:solidFill>
                <a:effectLst/>
                <a:uFillTx/>
                <a:latin typeface="Aptos"/>
              </a:rPr>
              <a:t>&lt;date/time&gt;</a:t>
            </a:r>
            <a:endParaRPr lang="en-US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25" name="PlaceHolder 4"/>
          <p:cNvSpPr>
            <a:spLocks noGrp="1"/>
          </p:cNvSpPr>
          <p:nvPr>
            <p:ph type="ftr" idx="14"/>
          </p:nvPr>
        </p:nvSpPr>
        <p:spPr>
          <a:xfrm>
            <a:off x="4038480" y="6356520"/>
            <a:ext cx="4114440" cy="36468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ctr">
            <a:noAutofit/>
          </a:bodyPr>
          <a:lstStyle>
            <a:lvl1pPr indent="0" algn="ctr">
              <a:buNone/>
              <a:defRPr lang="en-US" sz="1400" b="0" u="none" strike="noStrike">
                <a:solidFill>
                  <a:srgbClr val="000000"/>
                </a:solidFill>
                <a:effectLst/>
                <a:uFillTx/>
                <a:latin typeface="Times New Roman"/>
              </a:defRPr>
            </a:lvl1pPr>
          </a:lstStyle>
          <a:p>
            <a:pPr indent="0" algn="ctr">
              <a:buNone/>
            </a:pPr>
            <a:r>
              <a:rPr lang="en-US" sz="1400" b="0" u="none" strike="noStrike">
                <a:solidFill>
                  <a:srgbClr val="000000"/>
                </a:solidFill>
                <a:effectLst/>
                <a:uFillTx/>
                <a:latin typeface="Times New Roman"/>
              </a:rPr>
              <a:t>&lt;footer&gt;</a:t>
            </a:r>
            <a:endParaRPr lang="en-US" sz="1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26" name="PlaceHolder 5"/>
          <p:cNvSpPr>
            <a:spLocks noGrp="1"/>
          </p:cNvSpPr>
          <p:nvPr>
            <p:ph type="sldNum" idx="15"/>
          </p:nvPr>
        </p:nvSpPr>
        <p:spPr>
          <a:xfrm>
            <a:off x="8610480" y="6356520"/>
            <a:ext cx="2742840" cy="36468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ctr">
            <a:noAutofit/>
          </a:bodyPr>
          <a:lstStyle>
            <a:lvl1pPr indent="0" algn="r" defTabSz="914400">
              <a:lnSpc>
                <a:spcPct val="100000"/>
              </a:lnSpc>
              <a:buNone/>
              <a:defRPr lang="en-US" sz="1200" b="0" u="none" strike="noStrike">
                <a:solidFill>
                  <a:schemeClr val="dk1">
                    <a:tint val="82000"/>
                  </a:schemeClr>
                </a:solidFill>
                <a:effectLst/>
                <a:uFillTx/>
                <a:latin typeface="Aptos"/>
              </a:defRPr>
            </a:lvl1pPr>
          </a:lstStyle>
          <a:p>
            <a:pPr indent="0" algn="r" defTabSz="914400">
              <a:lnSpc>
                <a:spcPct val="100000"/>
              </a:lnSpc>
              <a:buNone/>
            </a:pPr>
            <a:fld id="{81D86BC6-D45E-4BF8-AAD1-AD2C42A0F71C}" type="slidenum">
              <a:rPr lang="en-US" sz="1200" b="0" u="none" strike="noStrike">
                <a:solidFill>
                  <a:schemeClr val="dk1">
                    <a:tint val="82000"/>
                  </a:schemeClr>
                </a:solidFill>
                <a:effectLst/>
                <a:uFillTx/>
                <a:latin typeface="Aptos"/>
              </a:rPr>
              <a:t>&lt;number&gt;</a:t>
            </a:fld>
            <a:endParaRPr lang="en-US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</p:sldLayout>
</file>

<file path=ppt/slideLayouts/slideLayout6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twoObj" preserve="1">
  <p:cSld name="Two Content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" name="PlaceHolder 1"/>
          <p:cNvSpPr>
            <a:spLocks noGrp="1"/>
          </p:cNvSpPr>
          <p:nvPr>
            <p:ph type="title"/>
          </p:nvPr>
        </p:nvSpPr>
        <p:spPr>
          <a:xfrm>
            <a:off x="838080" y="365040"/>
            <a:ext cx="10515240" cy="132516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ctr">
            <a:noAutofit/>
          </a:bodyPr>
          <a:lstStyle>
            <a:lvl1pPr indent="0" algn="l" defTabSz="914400">
              <a:lnSpc>
                <a:spcPct val="90000"/>
              </a:lnSpc>
              <a:buNone/>
              <a:defRPr lang="en-US" sz="4400" b="0" u="none" strike="noStrike">
                <a:solidFill>
                  <a:schemeClr val="dk1"/>
                </a:solidFill>
                <a:effectLst/>
                <a:uFillTx/>
                <a:latin typeface="Aptos Display"/>
              </a:defRPr>
            </a:lvl1pPr>
          </a:lstStyle>
          <a:p>
            <a:pPr indent="0" algn="l" defTabSz="914400">
              <a:lnSpc>
                <a:spcPct val="90000"/>
              </a:lnSpc>
              <a:buNone/>
            </a:pPr>
            <a:r>
              <a:rPr lang="en-US" sz="4400" b="0" u="none" strike="noStrike">
                <a:solidFill>
                  <a:schemeClr val="dk1"/>
                </a:solidFill>
                <a:effectLst/>
                <a:uFillTx/>
                <a:latin typeface="Aptos Display"/>
              </a:rPr>
              <a:t>Clic</a:t>
            </a:r>
            <a:r>
              <a:rPr lang="en-US" sz="4400" b="0" u="none" strike="noStrike">
                <a:solidFill>
                  <a:schemeClr val="dk1"/>
                </a:solidFill>
                <a:effectLst/>
                <a:uFillTx/>
                <a:latin typeface="Aptos Display"/>
              </a:rPr>
              <a:t>k to </a:t>
            </a:r>
            <a:r>
              <a:rPr lang="en-US" sz="4400" b="0" u="none" strike="noStrike">
                <a:solidFill>
                  <a:schemeClr val="dk1"/>
                </a:solidFill>
                <a:effectLst/>
                <a:uFillTx/>
                <a:latin typeface="Aptos Display"/>
              </a:rPr>
              <a:t>edit </a:t>
            </a:r>
            <a:r>
              <a:rPr lang="en-US" sz="4400" b="0" u="none" strike="noStrike">
                <a:solidFill>
                  <a:schemeClr val="dk1"/>
                </a:solidFill>
                <a:effectLst/>
                <a:uFillTx/>
                <a:latin typeface="Aptos Display"/>
              </a:rPr>
              <a:t>Mas</a:t>
            </a:r>
            <a:r>
              <a:rPr lang="en-US" sz="4400" b="0" u="none" strike="noStrike">
                <a:solidFill>
                  <a:schemeClr val="dk1"/>
                </a:solidFill>
                <a:effectLst/>
                <a:uFillTx/>
                <a:latin typeface="Aptos Display"/>
              </a:rPr>
              <a:t>ter </a:t>
            </a:r>
            <a:r>
              <a:rPr lang="en-US" sz="4400" b="0" u="none" strike="noStrike">
                <a:solidFill>
                  <a:schemeClr val="dk1"/>
                </a:solidFill>
                <a:effectLst/>
                <a:uFillTx/>
                <a:latin typeface="Aptos Display"/>
              </a:rPr>
              <a:t>title </a:t>
            </a:r>
            <a:r>
              <a:rPr lang="en-US" sz="4400" b="0" u="none" strike="noStrike">
                <a:solidFill>
                  <a:schemeClr val="dk1"/>
                </a:solidFill>
                <a:effectLst/>
                <a:uFillTx/>
                <a:latin typeface="Aptos Display"/>
              </a:rPr>
              <a:t>styl</a:t>
            </a:r>
            <a:r>
              <a:rPr lang="en-US" sz="4400" b="0" u="none" strike="noStrike">
                <a:solidFill>
                  <a:schemeClr val="dk1"/>
                </a:solidFill>
                <a:effectLst/>
                <a:uFillTx/>
                <a:latin typeface="Aptos Display"/>
              </a:rPr>
              <a:t>e</a:t>
            </a:r>
            <a:endParaRPr lang="en-US" sz="4400" b="0" u="none" strike="noStrike">
              <a:solidFill>
                <a:schemeClr val="dk1"/>
              </a:solidFill>
              <a:effectLst/>
              <a:uFillTx/>
              <a:latin typeface="Aptos Display"/>
            </a:endParaRPr>
          </a:p>
        </p:txBody>
      </p:sp>
      <p:sp>
        <p:nvSpPr>
          <p:cNvPr id="28" name="PlaceHolder 2"/>
          <p:cNvSpPr>
            <a:spLocks noGrp="1"/>
          </p:cNvSpPr>
          <p:nvPr>
            <p:ph type="body"/>
          </p:nvPr>
        </p:nvSpPr>
        <p:spPr>
          <a:xfrm>
            <a:off x="838080" y="1825560"/>
            <a:ext cx="5181120" cy="435096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t">
            <a:noAutofit/>
          </a:bodyPr>
          <a:lstStyle>
            <a:lvl1pPr algn="l" defTabSz="914400">
              <a:lnSpc>
                <a:spcPct val="90000"/>
              </a:lnSpc>
              <a:spcBef>
                <a:spcPts val="1001"/>
              </a:spcBef>
              <a:buClr>
                <a:srgbClr val="000000"/>
              </a:buClr>
              <a:buFont typeface="Arial"/>
              <a:buChar char="•"/>
              <a:defRPr lang="en-US" sz="2800" b="0" u="none" strike="noStrike">
                <a:solidFill>
                  <a:schemeClr val="dk1"/>
                </a:solidFill>
                <a:effectLst/>
                <a:uFillTx/>
                <a:latin typeface="Aptos"/>
              </a:defRPr>
            </a:lvl1pPr>
            <a:lvl2pPr lvl="1" algn="l" defTabSz="914400">
              <a:lnSpc>
                <a:spcPct val="90000"/>
              </a:lnSpc>
              <a:spcBef>
                <a:spcPts val="499"/>
              </a:spcBef>
              <a:buClr>
                <a:srgbClr val="000000"/>
              </a:buClr>
              <a:buFont typeface="Arial"/>
              <a:buChar char="•"/>
              <a:defRPr lang="en-US" sz="2400" b="0" u="none" strike="noStrike">
                <a:solidFill>
                  <a:schemeClr val="dk1"/>
                </a:solidFill>
                <a:effectLst/>
                <a:uFillTx/>
                <a:latin typeface="Aptos"/>
              </a:defRPr>
            </a:lvl2pPr>
            <a:lvl3pPr lvl="2" algn="l" defTabSz="914400">
              <a:lnSpc>
                <a:spcPct val="90000"/>
              </a:lnSpc>
              <a:spcBef>
                <a:spcPts val="499"/>
              </a:spcBef>
              <a:buClr>
                <a:srgbClr val="000000"/>
              </a:buClr>
              <a:buFont typeface="Arial"/>
              <a:buChar char="•"/>
              <a:defRPr lang="en-US" sz="2000" b="0" u="none" strike="noStrike">
                <a:solidFill>
                  <a:schemeClr val="dk1"/>
                </a:solidFill>
                <a:effectLst/>
                <a:uFillTx/>
                <a:latin typeface="Aptos"/>
              </a:defRPr>
            </a:lvl3pPr>
            <a:lvl4pPr lvl="3" algn="l" defTabSz="914400">
              <a:lnSpc>
                <a:spcPct val="90000"/>
              </a:lnSpc>
              <a:spcBef>
                <a:spcPts val="499"/>
              </a:spcBef>
              <a:buClr>
                <a:srgbClr val="000000"/>
              </a:buClr>
              <a:buFont typeface="Arial"/>
              <a:buChar char="•"/>
              <a:defRPr lang="en-US" sz="1800" b="0" u="none" strike="noStrike">
                <a:solidFill>
                  <a:schemeClr val="dk1"/>
                </a:solidFill>
                <a:effectLst/>
                <a:uFillTx/>
                <a:latin typeface="Aptos"/>
              </a:defRPr>
            </a:lvl4pPr>
            <a:lvl5pPr lvl="4" algn="l" defTabSz="914400">
              <a:lnSpc>
                <a:spcPct val="90000"/>
              </a:lnSpc>
              <a:spcBef>
                <a:spcPts val="499"/>
              </a:spcBef>
              <a:buClr>
                <a:srgbClr val="000000"/>
              </a:buClr>
              <a:buFont typeface="Arial"/>
              <a:buChar char="•"/>
              <a:defRPr lang="en-US" sz="1800" b="0" u="none" strike="noStrike">
                <a:solidFill>
                  <a:schemeClr val="dk1"/>
                </a:solidFill>
                <a:effectLst/>
                <a:uFillTx/>
                <a:latin typeface="Aptos"/>
              </a:defRPr>
            </a:lvl5pPr>
          </a:lstStyle>
          <a:p>
            <a:pPr marL="228600" indent="-228600" algn="l" defTabSz="914400">
              <a:lnSpc>
                <a:spcPct val="90000"/>
              </a:lnSpc>
              <a:spcBef>
                <a:spcPts val="1001"/>
              </a:spcBef>
              <a:buClr>
                <a:srgbClr val="000000"/>
              </a:buClr>
              <a:buFont typeface="Arial"/>
              <a:buChar char="•"/>
            </a:pPr>
            <a:r>
              <a:rPr lang="en-US" sz="2800" b="0" u="none" strike="noStrike">
                <a:solidFill>
                  <a:schemeClr val="dk1"/>
                </a:solidFill>
                <a:effectLst/>
                <a:uFillTx/>
                <a:latin typeface="Aptos"/>
              </a:rPr>
              <a:t>Click to edit Master text styles</a:t>
            </a:r>
            <a:endParaRPr lang="en-US" sz="2800" b="0" u="none" strike="noStrike">
              <a:solidFill>
                <a:schemeClr val="dk1"/>
              </a:solidFill>
              <a:effectLst/>
              <a:uFillTx/>
              <a:latin typeface="Aptos"/>
            </a:endParaRPr>
          </a:p>
          <a:p>
            <a:pPr marL="685800" lvl="1" indent="-228600" algn="l" defTabSz="914400">
              <a:lnSpc>
                <a:spcPct val="90000"/>
              </a:lnSpc>
              <a:spcBef>
                <a:spcPts val="499"/>
              </a:spcBef>
              <a:buClr>
                <a:srgbClr val="000000"/>
              </a:buClr>
              <a:buFont typeface="Arial"/>
              <a:buChar char="•"/>
            </a:pPr>
            <a:r>
              <a:rPr lang="en-US" sz="2400" b="0" u="none" strike="noStrike">
                <a:solidFill>
                  <a:schemeClr val="dk1"/>
                </a:solidFill>
                <a:effectLst/>
                <a:uFillTx/>
                <a:latin typeface="Aptos"/>
              </a:rPr>
              <a:t>Second level</a:t>
            </a:r>
            <a:endParaRPr lang="en-US" sz="2400" b="0" u="none" strike="noStrike">
              <a:solidFill>
                <a:schemeClr val="dk1"/>
              </a:solidFill>
              <a:effectLst/>
              <a:uFillTx/>
              <a:latin typeface="Aptos"/>
            </a:endParaRPr>
          </a:p>
          <a:p>
            <a:pPr marL="1143000" lvl="2" indent="-228600" algn="l" defTabSz="914400">
              <a:lnSpc>
                <a:spcPct val="90000"/>
              </a:lnSpc>
              <a:spcBef>
                <a:spcPts val="499"/>
              </a:spcBef>
              <a:buClr>
                <a:srgbClr val="000000"/>
              </a:buClr>
              <a:buFont typeface="Arial"/>
              <a:buChar char="•"/>
            </a:pPr>
            <a:r>
              <a:rPr lang="en-US" sz="2000" b="0" u="none" strike="noStrike">
                <a:solidFill>
                  <a:schemeClr val="dk1"/>
                </a:solidFill>
                <a:effectLst/>
                <a:uFillTx/>
                <a:latin typeface="Aptos"/>
              </a:rPr>
              <a:t>Third level</a:t>
            </a:r>
            <a:endParaRPr lang="en-US" sz="2000" b="0" u="none" strike="noStrike">
              <a:solidFill>
                <a:schemeClr val="dk1"/>
              </a:solidFill>
              <a:effectLst/>
              <a:uFillTx/>
              <a:latin typeface="Aptos"/>
            </a:endParaRPr>
          </a:p>
          <a:p>
            <a:pPr marL="1600200" lvl="3" indent="-228600" algn="l" defTabSz="914400">
              <a:lnSpc>
                <a:spcPct val="90000"/>
              </a:lnSpc>
              <a:spcBef>
                <a:spcPts val="499"/>
              </a:spcBef>
              <a:buClr>
                <a:srgbClr val="000000"/>
              </a:buClr>
              <a:buFont typeface="Arial"/>
              <a:buChar char="•"/>
            </a:pPr>
            <a:r>
              <a:rPr lang="en-US" sz="1800" b="0" u="none" strike="noStrike">
                <a:solidFill>
                  <a:schemeClr val="dk1"/>
                </a:solidFill>
                <a:effectLst/>
                <a:uFillTx/>
                <a:latin typeface="Aptos"/>
              </a:rPr>
              <a:t>Fourth level</a:t>
            </a:r>
            <a:endParaRPr lang="en-US" sz="1800" b="0" u="none" strike="noStrike">
              <a:solidFill>
                <a:schemeClr val="dk1"/>
              </a:solidFill>
              <a:effectLst/>
              <a:uFillTx/>
              <a:latin typeface="Aptos"/>
            </a:endParaRPr>
          </a:p>
          <a:p>
            <a:pPr marL="2057400" lvl="4" indent="-228600" algn="l" defTabSz="914400">
              <a:lnSpc>
                <a:spcPct val="90000"/>
              </a:lnSpc>
              <a:spcBef>
                <a:spcPts val="499"/>
              </a:spcBef>
              <a:buClr>
                <a:srgbClr val="000000"/>
              </a:buClr>
              <a:buFont typeface="Arial"/>
              <a:buChar char="•"/>
            </a:pPr>
            <a:r>
              <a:rPr lang="en-US" sz="1800" b="0" u="none" strike="noStrike">
                <a:solidFill>
                  <a:schemeClr val="dk1"/>
                </a:solidFill>
                <a:effectLst/>
                <a:uFillTx/>
                <a:latin typeface="Aptos"/>
              </a:rPr>
              <a:t>Fifth level</a:t>
            </a:r>
            <a:endParaRPr lang="en-US" sz="1800" b="0" u="none" strike="noStrike">
              <a:solidFill>
                <a:schemeClr val="dk1"/>
              </a:solidFill>
              <a:effectLst/>
              <a:uFillTx/>
              <a:latin typeface="Aptos"/>
            </a:endParaRPr>
          </a:p>
        </p:txBody>
      </p:sp>
      <p:sp>
        <p:nvSpPr>
          <p:cNvPr id="29" name="PlaceHolder 3"/>
          <p:cNvSpPr>
            <a:spLocks noGrp="1"/>
          </p:cNvSpPr>
          <p:nvPr>
            <p:ph type="body"/>
          </p:nvPr>
        </p:nvSpPr>
        <p:spPr>
          <a:xfrm>
            <a:off x="6172200" y="1825560"/>
            <a:ext cx="5181120" cy="435096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t">
            <a:noAutofit/>
          </a:bodyPr>
          <a:lstStyle>
            <a:lvl1pPr algn="l" defTabSz="914400">
              <a:lnSpc>
                <a:spcPct val="90000"/>
              </a:lnSpc>
              <a:spcBef>
                <a:spcPts val="1001"/>
              </a:spcBef>
              <a:buClr>
                <a:srgbClr val="000000"/>
              </a:buClr>
              <a:buFont typeface="Arial"/>
              <a:buChar char="•"/>
              <a:defRPr lang="en-US" sz="2800" b="0" u="none" strike="noStrike">
                <a:solidFill>
                  <a:schemeClr val="dk1"/>
                </a:solidFill>
                <a:effectLst/>
                <a:uFillTx/>
                <a:latin typeface="Aptos"/>
              </a:defRPr>
            </a:lvl1pPr>
            <a:lvl2pPr lvl="1" algn="l" defTabSz="914400">
              <a:lnSpc>
                <a:spcPct val="90000"/>
              </a:lnSpc>
              <a:spcBef>
                <a:spcPts val="499"/>
              </a:spcBef>
              <a:buClr>
                <a:srgbClr val="000000"/>
              </a:buClr>
              <a:buFont typeface="Arial"/>
              <a:buChar char="•"/>
              <a:defRPr lang="en-US" sz="2400" b="0" u="none" strike="noStrike">
                <a:solidFill>
                  <a:schemeClr val="dk1"/>
                </a:solidFill>
                <a:effectLst/>
                <a:uFillTx/>
                <a:latin typeface="Aptos"/>
              </a:defRPr>
            </a:lvl2pPr>
            <a:lvl3pPr lvl="2" algn="l" defTabSz="914400">
              <a:lnSpc>
                <a:spcPct val="90000"/>
              </a:lnSpc>
              <a:spcBef>
                <a:spcPts val="499"/>
              </a:spcBef>
              <a:buClr>
                <a:srgbClr val="000000"/>
              </a:buClr>
              <a:buFont typeface="Arial"/>
              <a:buChar char="•"/>
              <a:defRPr lang="en-US" sz="2000" b="0" u="none" strike="noStrike">
                <a:solidFill>
                  <a:schemeClr val="dk1"/>
                </a:solidFill>
                <a:effectLst/>
                <a:uFillTx/>
                <a:latin typeface="Aptos"/>
              </a:defRPr>
            </a:lvl3pPr>
            <a:lvl4pPr lvl="3" algn="l" defTabSz="914400">
              <a:lnSpc>
                <a:spcPct val="90000"/>
              </a:lnSpc>
              <a:spcBef>
                <a:spcPts val="499"/>
              </a:spcBef>
              <a:buClr>
                <a:srgbClr val="000000"/>
              </a:buClr>
              <a:buFont typeface="Arial"/>
              <a:buChar char="•"/>
              <a:defRPr lang="en-US" sz="1800" b="0" u="none" strike="noStrike">
                <a:solidFill>
                  <a:schemeClr val="dk1"/>
                </a:solidFill>
                <a:effectLst/>
                <a:uFillTx/>
                <a:latin typeface="Aptos"/>
              </a:defRPr>
            </a:lvl4pPr>
            <a:lvl5pPr lvl="4" algn="l" defTabSz="914400">
              <a:lnSpc>
                <a:spcPct val="90000"/>
              </a:lnSpc>
              <a:spcBef>
                <a:spcPts val="499"/>
              </a:spcBef>
              <a:buClr>
                <a:srgbClr val="000000"/>
              </a:buClr>
              <a:buFont typeface="Arial"/>
              <a:buChar char="•"/>
              <a:defRPr lang="en-US" sz="1800" b="0" u="none" strike="noStrike">
                <a:solidFill>
                  <a:schemeClr val="dk1"/>
                </a:solidFill>
                <a:effectLst/>
                <a:uFillTx/>
                <a:latin typeface="Aptos"/>
              </a:defRPr>
            </a:lvl5pPr>
          </a:lstStyle>
          <a:p>
            <a:pPr marL="228600" indent="-228600" algn="l" defTabSz="914400">
              <a:lnSpc>
                <a:spcPct val="90000"/>
              </a:lnSpc>
              <a:spcBef>
                <a:spcPts val="1001"/>
              </a:spcBef>
              <a:buClr>
                <a:srgbClr val="000000"/>
              </a:buClr>
              <a:buFont typeface="Arial"/>
              <a:buChar char="•"/>
            </a:pPr>
            <a:r>
              <a:rPr lang="en-US" sz="2800" b="0" u="none" strike="noStrike">
                <a:solidFill>
                  <a:schemeClr val="dk1"/>
                </a:solidFill>
                <a:effectLst/>
                <a:uFillTx/>
                <a:latin typeface="Aptos"/>
              </a:rPr>
              <a:t>Click to edit Master text styles</a:t>
            </a:r>
            <a:endParaRPr lang="en-US" sz="2800" b="0" u="none" strike="noStrike">
              <a:solidFill>
                <a:schemeClr val="dk1"/>
              </a:solidFill>
              <a:effectLst/>
              <a:uFillTx/>
              <a:latin typeface="Aptos"/>
            </a:endParaRPr>
          </a:p>
          <a:p>
            <a:pPr marL="685800" lvl="1" indent="-228600" algn="l" defTabSz="914400">
              <a:lnSpc>
                <a:spcPct val="90000"/>
              </a:lnSpc>
              <a:spcBef>
                <a:spcPts val="499"/>
              </a:spcBef>
              <a:buClr>
                <a:srgbClr val="000000"/>
              </a:buClr>
              <a:buFont typeface="Arial"/>
              <a:buChar char="•"/>
            </a:pPr>
            <a:r>
              <a:rPr lang="en-US" sz="2400" b="0" u="none" strike="noStrike">
                <a:solidFill>
                  <a:schemeClr val="dk1"/>
                </a:solidFill>
                <a:effectLst/>
                <a:uFillTx/>
                <a:latin typeface="Aptos"/>
              </a:rPr>
              <a:t>Second level</a:t>
            </a:r>
            <a:endParaRPr lang="en-US" sz="2400" b="0" u="none" strike="noStrike">
              <a:solidFill>
                <a:schemeClr val="dk1"/>
              </a:solidFill>
              <a:effectLst/>
              <a:uFillTx/>
              <a:latin typeface="Aptos"/>
            </a:endParaRPr>
          </a:p>
          <a:p>
            <a:pPr marL="1143000" lvl="2" indent="-228600" algn="l" defTabSz="914400">
              <a:lnSpc>
                <a:spcPct val="90000"/>
              </a:lnSpc>
              <a:spcBef>
                <a:spcPts val="499"/>
              </a:spcBef>
              <a:buClr>
                <a:srgbClr val="000000"/>
              </a:buClr>
              <a:buFont typeface="Arial"/>
              <a:buChar char="•"/>
            </a:pPr>
            <a:r>
              <a:rPr lang="en-US" sz="2000" b="0" u="none" strike="noStrike">
                <a:solidFill>
                  <a:schemeClr val="dk1"/>
                </a:solidFill>
                <a:effectLst/>
                <a:uFillTx/>
                <a:latin typeface="Aptos"/>
              </a:rPr>
              <a:t>Third level</a:t>
            </a:r>
            <a:endParaRPr lang="en-US" sz="2000" b="0" u="none" strike="noStrike">
              <a:solidFill>
                <a:schemeClr val="dk1"/>
              </a:solidFill>
              <a:effectLst/>
              <a:uFillTx/>
              <a:latin typeface="Aptos"/>
            </a:endParaRPr>
          </a:p>
          <a:p>
            <a:pPr marL="1600200" lvl="3" indent="-228600" algn="l" defTabSz="914400">
              <a:lnSpc>
                <a:spcPct val="90000"/>
              </a:lnSpc>
              <a:spcBef>
                <a:spcPts val="499"/>
              </a:spcBef>
              <a:buClr>
                <a:srgbClr val="000000"/>
              </a:buClr>
              <a:buFont typeface="Arial"/>
              <a:buChar char="•"/>
            </a:pPr>
            <a:r>
              <a:rPr lang="en-US" sz="1800" b="0" u="none" strike="noStrike">
                <a:solidFill>
                  <a:schemeClr val="dk1"/>
                </a:solidFill>
                <a:effectLst/>
                <a:uFillTx/>
                <a:latin typeface="Aptos"/>
              </a:rPr>
              <a:t>Fourth level</a:t>
            </a:r>
            <a:endParaRPr lang="en-US" sz="1800" b="0" u="none" strike="noStrike">
              <a:solidFill>
                <a:schemeClr val="dk1"/>
              </a:solidFill>
              <a:effectLst/>
              <a:uFillTx/>
              <a:latin typeface="Aptos"/>
            </a:endParaRPr>
          </a:p>
          <a:p>
            <a:pPr marL="2057400" lvl="4" indent="-228600" algn="l" defTabSz="914400">
              <a:lnSpc>
                <a:spcPct val="90000"/>
              </a:lnSpc>
              <a:spcBef>
                <a:spcPts val="499"/>
              </a:spcBef>
              <a:buClr>
                <a:srgbClr val="000000"/>
              </a:buClr>
              <a:buFont typeface="Arial"/>
              <a:buChar char="•"/>
            </a:pPr>
            <a:r>
              <a:rPr lang="en-US" sz="1800" b="0" u="none" strike="noStrike">
                <a:solidFill>
                  <a:schemeClr val="dk1"/>
                </a:solidFill>
                <a:effectLst/>
                <a:uFillTx/>
                <a:latin typeface="Aptos"/>
              </a:rPr>
              <a:t>Fifth level</a:t>
            </a:r>
            <a:endParaRPr lang="en-US" sz="1800" b="0" u="none" strike="noStrike">
              <a:solidFill>
                <a:schemeClr val="dk1"/>
              </a:solidFill>
              <a:effectLst/>
              <a:uFillTx/>
              <a:latin typeface="Aptos"/>
            </a:endParaRPr>
          </a:p>
        </p:txBody>
      </p:sp>
      <p:sp>
        <p:nvSpPr>
          <p:cNvPr id="30" name="PlaceHolder 4"/>
          <p:cNvSpPr>
            <a:spLocks noGrp="1"/>
          </p:cNvSpPr>
          <p:nvPr>
            <p:ph type="dt" idx="16"/>
          </p:nvPr>
        </p:nvSpPr>
        <p:spPr>
          <a:xfrm>
            <a:off x="838080" y="6356520"/>
            <a:ext cx="2742840" cy="36468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ctr">
            <a:noAutofit/>
          </a:bodyPr>
          <a:lstStyle>
            <a:lvl1pPr indent="0" algn="l" defTabSz="914400">
              <a:lnSpc>
                <a:spcPct val="100000"/>
              </a:lnSpc>
              <a:buNone/>
              <a:defRPr lang="en-US" sz="1200" b="0" u="none" strike="noStrike">
                <a:solidFill>
                  <a:schemeClr val="dk1">
                    <a:tint val="82000"/>
                  </a:schemeClr>
                </a:solidFill>
                <a:effectLst/>
                <a:uFillTx/>
                <a:latin typeface="Aptos"/>
              </a:defRPr>
            </a:lvl1pPr>
          </a:lstStyle>
          <a:p>
            <a:pPr indent="0" algn="l" defTabSz="914400">
              <a:lnSpc>
                <a:spcPct val="100000"/>
              </a:lnSpc>
              <a:buNone/>
            </a:pPr>
            <a:r>
              <a:rPr lang="en-US" sz="1200" b="0" u="none" strike="noStrike">
                <a:solidFill>
                  <a:schemeClr val="dk1">
                    <a:tint val="82000"/>
                  </a:schemeClr>
                </a:solidFill>
                <a:effectLst/>
                <a:uFillTx/>
                <a:latin typeface="Aptos"/>
              </a:rPr>
              <a:t>&lt;date/time&gt;</a:t>
            </a:r>
            <a:endParaRPr lang="en-US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31" name="PlaceHolder 5"/>
          <p:cNvSpPr>
            <a:spLocks noGrp="1"/>
          </p:cNvSpPr>
          <p:nvPr>
            <p:ph type="ftr" idx="17"/>
          </p:nvPr>
        </p:nvSpPr>
        <p:spPr>
          <a:xfrm>
            <a:off x="4038480" y="6356520"/>
            <a:ext cx="4114440" cy="36468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ctr">
            <a:noAutofit/>
          </a:bodyPr>
          <a:lstStyle>
            <a:lvl1pPr indent="0" algn="ctr">
              <a:buNone/>
              <a:defRPr lang="en-US" sz="1400" b="0" u="none" strike="noStrike">
                <a:solidFill>
                  <a:srgbClr val="000000"/>
                </a:solidFill>
                <a:effectLst/>
                <a:uFillTx/>
                <a:latin typeface="Times New Roman"/>
              </a:defRPr>
            </a:lvl1pPr>
          </a:lstStyle>
          <a:p>
            <a:pPr indent="0" algn="ctr">
              <a:buNone/>
            </a:pPr>
            <a:r>
              <a:rPr lang="en-US" sz="1400" b="0" u="none" strike="noStrike">
                <a:solidFill>
                  <a:srgbClr val="000000"/>
                </a:solidFill>
                <a:effectLst/>
                <a:uFillTx/>
                <a:latin typeface="Times New Roman"/>
              </a:rPr>
              <a:t>&lt;footer&gt;</a:t>
            </a:r>
            <a:endParaRPr lang="en-US" sz="1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32" name="PlaceHolder 6"/>
          <p:cNvSpPr>
            <a:spLocks noGrp="1"/>
          </p:cNvSpPr>
          <p:nvPr>
            <p:ph type="sldNum" idx="18"/>
          </p:nvPr>
        </p:nvSpPr>
        <p:spPr>
          <a:xfrm>
            <a:off x="8610480" y="6356520"/>
            <a:ext cx="2742840" cy="36468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ctr">
            <a:noAutofit/>
          </a:bodyPr>
          <a:lstStyle>
            <a:lvl1pPr indent="0" algn="r" defTabSz="914400">
              <a:lnSpc>
                <a:spcPct val="100000"/>
              </a:lnSpc>
              <a:buNone/>
              <a:defRPr lang="en-US" sz="1200" b="0" u="none" strike="noStrike">
                <a:solidFill>
                  <a:schemeClr val="dk1">
                    <a:tint val="82000"/>
                  </a:schemeClr>
                </a:solidFill>
                <a:effectLst/>
                <a:uFillTx/>
                <a:latin typeface="Aptos"/>
              </a:defRPr>
            </a:lvl1pPr>
          </a:lstStyle>
          <a:p>
            <a:pPr indent="0" algn="r" defTabSz="914400">
              <a:lnSpc>
                <a:spcPct val="100000"/>
              </a:lnSpc>
              <a:buNone/>
            </a:pPr>
            <a:fld id="{27DCDF07-09AC-45CD-B479-9F3D962E0041}" type="slidenum">
              <a:rPr lang="en-US" sz="1200" b="0" u="none" strike="noStrike">
                <a:solidFill>
                  <a:schemeClr val="dk1">
                    <a:tint val="82000"/>
                  </a:schemeClr>
                </a:solidFill>
                <a:effectLst/>
                <a:uFillTx/>
                <a:latin typeface="Aptos"/>
              </a:rPr>
              <a:t>&lt;number&gt;</a:t>
            </a:fld>
            <a:endParaRPr lang="en-US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</p:sldLayout>
</file>

<file path=ppt/slideLayouts/slideLayout7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blank" preserve="1">
  <p:cSld name="Comparison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" name="PlaceHolder 1"/>
          <p:cNvSpPr>
            <a:spLocks noGrp="1"/>
          </p:cNvSpPr>
          <p:nvPr>
            <p:ph type="title"/>
          </p:nvPr>
        </p:nvSpPr>
        <p:spPr>
          <a:xfrm>
            <a:off x="839880" y="365040"/>
            <a:ext cx="10515240" cy="132516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ctr">
            <a:noAutofit/>
          </a:bodyPr>
          <a:lstStyle>
            <a:lvl1pPr indent="0" algn="l" defTabSz="914400">
              <a:lnSpc>
                <a:spcPct val="90000"/>
              </a:lnSpc>
              <a:buNone/>
              <a:defRPr lang="en-US" sz="4400" b="0" u="none" strike="noStrike">
                <a:solidFill>
                  <a:schemeClr val="dk1"/>
                </a:solidFill>
                <a:effectLst/>
                <a:uFillTx/>
                <a:latin typeface="Aptos Display"/>
              </a:defRPr>
            </a:lvl1pPr>
          </a:lstStyle>
          <a:p>
            <a:pPr indent="0" algn="l" defTabSz="914400">
              <a:lnSpc>
                <a:spcPct val="90000"/>
              </a:lnSpc>
              <a:buNone/>
            </a:pPr>
            <a:r>
              <a:rPr lang="en-US" sz="4400" b="0" u="none" strike="noStrike">
                <a:solidFill>
                  <a:schemeClr val="dk1"/>
                </a:solidFill>
                <a:effectLst/>
                <a:uFillTx/>
                <a:latin typeface="Aptos Display"/>
              </a:rPr>
              <a:t>Clic</a:t>
            </a:r>
            <a:r>
              <a:rPr lang="en-US" sz="4400" b="0" u="none" strike="noStrike">
                <a:solidFill>
                  <a:schemeClr val="dk1"/>
                </a:solidFill>
                <a:effectLst/>
                <a:uFillTx/>
                <a:latin typeface="Aptos Display"/>
              </a:rPr>
              <a:t>k to </a:t>
            </a:r>
            <a:r>
              <a:rPr lang="en-US" sz="4400" b="0" u="none" strike="noStrike">
                <a:solidFill>
                  <a:schemeClr val="dk1"/>
                </a:solidFill>
                <a:effectLst/>
                <a:uFillTx/>
                <a:latin typeface="Aptos Display"/>
              </a:rPr>
              <a:t>edit </a:t>
            </a:r>
            <a:r>
              <a:rPr lang="en-US" sz="4400" b="0" u="none" strike="noStrike">
                <a:solidFill>
                  <a:schemeClr val="dk1"/>
                </a:solidFill>
                <a:effectLst/>
                <a:uFillTx/>
                <a:latin typeface="Aptos Display"/>
              </a:rPr>
              <a:t>Mas</a:t>
            </a:r>
            <a:r>
              <a:rPr lang="en-US" sz="4400" b="0" u="none" strike="noStrike">
                <a:solidFill>
                  <a:schemeClr val="dk1"/>
                </a:solidFill>
                <a:effectLst/>
                <a:uFillTx/>
                <a:latin typeface="Aptos Display"/>
              </a:rPr>
              <a:t>ter </a:t>
            </a:r>
            <a:r>
              <a:rPr lang="en-US" sz="4400" b="0" u="none" strike="noStrike">
                <a:solidFill>
                  <a:schemeClr val="dk1"/>
                </a:solidFill>
                <a:effectLst/>
                <a:uFillTx/>
                <a:latin typeface="Aptos Display"/>
              </a:rPr>
              <a:t>title </a:t>
            </a:r>
            <a:r>
              <a:rPr lang="en-US" sz="4400" b="0" u="none" strike="noStrike">
                <a:solidFill>
                  <a:schemeClr val="dk1"/>
                </a:solidFill>
                <a:effectLst/>
                <a:uFillTx/>
                <a:latin typeface="Aptos Display"/>
              </a:rPr>
              <a:t>styl</a:t>
            </a:r>
            <a:r>
              <a:rPr lang="en-US" sz="4400" b="0" u="none" strike="noStrike">
                <a:solidFill>
                  <a:schemeClr val="dk1"/>
                </a:solidFill>
                <a:effectLst/>
                <a:uFillTx/>
                <a:latin typeface="Aptos Display"/>
              </a:rPr>
              <a:t>e</a:t>
            </a:r>
            <a:endParaRPr lang="en-US" sz="4400" b="0" u="none" strike="noStrike">
              <a:solidFill>
                <a:schemeClr val="dk1"/>
              </a:solidFill>
              <a:effectLst/>
              <a:uFillTx/>
              <a:latin typeface="Aptos Display"/>
            </a:endParaRPr>
          </a:p>
        </p:txBody>
      </p:sp>
      <p:sp>
        <p:nvSpPr>
          <p:cNvPr id="34" name="PlaceHolder 2"/>
          <p:cNvSpPr>
            <a:spLocks noGrp="1"/>
          </p:cNvSpPr>
          <p:nvPr>
            <p:ph type="body"/>
          </p:nvPr>
        </p:nvSpPr>
        <p:spPr>
          <a:xfrm>
            <a:off x="839880" y="1681200"/>
            <a:ext cx="5157360" cy="82368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b">
            <a:noAutofit/>
          </a:bodyPr>
          <a:lstStyle>
            <a:lvl1pPr indent="0" algn="l" defTabSz="914400">
              <a:lnSpc>
                <a:spcPct val="90000"/>
              </a:lnSpc>
              <a:spcBef>
                <a:spcPts val="1001"/>
              </a:spcBef>
              <a:buNone/>
              <a:tabLst>
                <a:tab pos="0" algn="l"/>
              </a:tabLst>
              <a:defRPr lang="en-US" sz="2400" b="1" u="none" strike="noStrike">
                <a:solidFill>
                  <a:schemeClr val="dk1"/>
                </a:solidFill>
                <a:effectLst/>
                <a:uFillTx/>
                <a:latin typeface="Aptos"/>
              </a:defRPr>
            </a:lvl1pPr>
          </a:lstStyle>
          <a:p>
            <a:pPr indent="0" algn="l" defTabSz="914400">
              <a:lnSpc>
                <a:spcPct val="90000"/>
              </a:lnSpc>
              <a:spcBef>
                <a:spcPts val="1001"/>
              </a:spcBef>
              <a:buNone/>
              <a:tabLst>
                <a:tab pos="0" algn="l"/>
              </a:tabLst>
            </a:pPr>
            <a:r>
              <a:rPr lang="en-US" sz="2400" b="1" u="none" strike="noStrike">
                <a:solidFill>
                  <a:schemeClr val="dk1"/>
                </a:solidFill>
                <a:effectLst/>
                <a:uFillTx/>
                <a:latin typeface="Aptos"/>
              </a:rPr>
              <a:t>Click to edit Master text styles</a:t>
            </a:r>
            <a:endParaRPr lang="en-US" sz="2400" b="0" u="none" strike="noStrike">
              <a:solidFill>
                <a:schemeClr val="dk1"/>
              </a:solidFill>
              <a:effectLst/>
              <a:uFillTx/>
              <a:latin typeface="Aptos"/>
            </a:endParaRPr>
          </a:p>
        </p:txBody>
      </p:sp>
      <p:sp>
        <p:nvSpPr>
          <p:cNvPr id="35" name="PlaceHolder 3"/>
          <p:cNvSpPr>
            <a:spLocks noGrp="1"/>
          </p:cNvSpPr>
          <p:nvPr>
            <p:ph type="body"/>
          </p:nvPr>
        </p:nvSpPr>
        <p:spPr>
          <a:xfrm>
            <a:off x="839880" y="2505240"/>
            <a:ext cx="5157360" cy="368424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t">
            <a:noAutofit/>
          </a:bodyPr>
          <a:lstStyle>
            <a:lvl1pPr algn="l" defTabSz="914400">
              <a:lnSpc>
                <a:spcPct val="90000"/>
              </a:lnSpc>
              <a:spcBef>
                <a:spcPts val="1001"/>
              </a:spcBef>
              <a:buClr>
                <a:srgbClr val="000000"/>
              </a:buClr>
              <a:buFont typeface="Arial"/>
              <a:buChar char="•"/>
              <a:tabLst>
                <a:tab pos="0" algn="l"/>
              </a:tabLst>
              <a:defRPr lang="en-US" sz="2800" b="0" u="none" strike="noStrike">
                <a:solidFill>
                  <a:schemeClr val="dk1"/>
                </a:solidFill>
                <a:effectLst/>
                <a:uFillTx/>
                <a:latin typeface="Aptos"/>
              </a:defRPr>
            </a:lvl1pPr>
            <a:lvl2pPr lvl="1" algn="l" defTabSz="914400">
              <a:lnSpc>
                <a:spcPct val="90000"/>
              </a:lnSpc>
              <a:spcBef>
                <a:spcPts val="499"/>
              </a:spcBef>
              <a:buClr>
                <a:srgbClr val="000000"/>
              </a:buClr>
              <a:buFont typeface="Arial"/>
              <a:buChar char="•"/>
              <a:tabLst>
                <a:tab pos="0" algn="l"/>
              </a:tabLst>
              <a:defRPr lang="en-US" sz="2400" b="0" u="none" strike="noStrike">
                <a:solidFill>
                  <a:schemeClr val="dk1"/>
                </a:solidFill>
                <a:effectLst/>
                <a:uFillTx/>
                <a:latin typeface="Aptos"/>
              </a:defRPr>
            </a:lvl2pPr>
            <a:lvl3pPr lvl="2" algn="l" defTabSz="914400">
              <a:lnSpc>
                <a:spcPct val="90000"/>
              </a:lnSpc>
              <a:spcBef>
                <a:spcPts val="499"/>
              </a:spcBef>
              <a:buClr>
                <a:srgbClr val="000000"/>
              </a:buClr>
              <a:buFont typeface="Arial"/>
              <a:buChar char="•"/>
              <a:tabLst>
                <a:tab pos="0" algn="l"/>
              </a:tabLst>
              <a:defRPr lang="en-US" sz="2000" b="0" u="none" strike="noStrike">
                <a:solidFill>
                  <a:schemeClr val="dk1"/>
                </a:solidFill>
                <a:effectLst/>
                <a:uFillTx/>
                <a:latin typeface="Aptos"/>
              </a:defRPr>
            </a:lvl3pPr>
            <a:lvl4pPr lvl="3" algn="l" defTabSz="914400">
              <a:lnSpc>
                <a:spcPct val="90000"/>
              </a:lnSpc>
              <a:spcBef>
                <a:spcPts val="499"/>
              </a:spcBef>
              <a:buClr>
                <a:srgbClr val="000000"/>
              </a:buClr>
              <a:buFont typeface="Arial"/>
              <a:buChar char="•"/>
              <a:tabLst>
                <a:tab pos="0" algn="l"/>
              </a:tabLst>
              <a:defRPr lang="en-US" sz="1800" b="0" u="none" strike="noStrike">
                <a:solidFill>
                  <a:schemeClr val="dk1"/>
                </a:solidFill>
                <a:effectLst/>
                <a:uFillTx/>
                <a:latin typeface="Aptos"/>
              </a:defRPr>
            </a:lvl4pPr>
            <a:lvl5pPr lvl="4" algn="l" defTabSz="914400">
              <a:lnSpc>
                <a:spcPct val="90000"/>
              </a:lnSpc>
              <a:spcBef>
                <a:spcPts val="499"/>
              </a:spcBef>
              <a:buClr>
                <a:srgbClr val="000000"/>
              </a:buClr>
              <a:buFont typeface="Arial"/>
              <a:buChar char="•"/>
              <a:tabLst>
                <a:tab pos="0" algn="l"/>
              </a:tabLst>
              <a:defRPr lang="en-US" sz="1800" b="0" u="none" strike="noStrike">
                <a:solidFill>
                  <a:schemeClr val="dk1"/>
                </a:solidFill>
                <a:effectLst/>
                <a:uFillTx/>
                <a:latin typeface="Aptos"/>
              </a:defRPr>
            </a:lvl5pPr>
          </a:lstStyle>
          <a:p>
            <a:pPr marL="228600" indent="-228600" algn="l" defTabSz="914400">
              <a:lnSpc>
                <a:spcPct val="90000"/>
              </a:lnSpc>
              <a:spcBef>
                <a:spcPts val="1001"/>
              </a:spcBef>
              <a:buClr>
                <a:srgbClr val="000000"/>
              </a:buClr>
              <a:buFont typeface="Arial"/>
              <a:buChar char="•"/>
              <a:tabLst>
                <a:tab pos="0" algn="l"/>
              </a:tabLst>
            </a:pPr>
            <a:r>
              <a:rPr lang="en-US" sz="2800" b="0" u="none" strike="noStrike">
                <a:solidFill>
                  <a:schemeClr val="dk1"/>
                </a:solidFill>
                <a:effectLst/>
                <a:uFillTx/>
                <a:latin typeface="Aptos"/>
              </a:rPr>
              <a:t>Click to edit Master text styles</a:t>
            </a:r>
            <a:endParaRPr lang="en-US" sz="2800" b="0" u="none" strike="noStrike">
              <a:solidFill>
                <a:schemeClr val="dk1"/>
              </a:solidFill>
              <a:effectLst/>
              <a:uFillTx/>
              <a:latin typeface="Aptos"/>
            </a:endParaRPr>
          </a:p>
          <a:p>
            <a:pPr marL="685800" lvl="1" indent="-228600" algn="l" defTabSz="914400">
              <a:lnSpc>
                <a:spcPct val="90000"/>
              </a:lnSpc>
              <a:spcBef>
                <a:spcPts val="499"/>
              </a:spcBef>
              <a:buClr>
                <a:srgbClr val="000000"/>
              </a:buClr>
              <a:buFont typeface="Arial"/>
              <a:buChar char="•"/>
              <a:tabLst>
                <a:tab pos="0" algn="l"/>
              </a:tabLst>
            </a:pPr>
            <a:r>
              <a:rPr lang="en-US" sz="2400" b="0" u="none" strike="noStrike">
                <a:solidFill>
                  <a:schemeClr val="dk1"/>
                </a:solidFill>
                <a:effectLst/>
                <a:uFillTx/>
                <a:latin typeface="Aptos"/>
              </a:rPr>
              <a:t>Second level</a:t>
            </a:r>
            <a:endParaRPr lang="en-US" sz="2400" b="0" u="none" strike="noStrike">
              <a:solidFill>
                <a:schemeClr val="dk1"/>
              </a:solidFill>
              <a:effectLst/>
              <a:uFillTx/>
              <a:latin typeface="Aptos"/>
            </a:endParaRPr>
          </a:p>
          <a:p>
            <a:pPr marL="1143000" lvl="2" indent="-228600" algn="l" defTabSz="914400">
              <a:lnSpc>
                <a:spcPct val="90000"/>
              </a:lnSpc>
              <a:spcBef>
                <a:spcPts val="499"/>
              </a:spcBef>
              <a:buClr>
                <a:srgbClr val="000000"/>
              </a:buClr>
              <a:buFont typeface="Arial"/>
              <a:buChar char="•"/>
              <a:tabLst>
                <a:tab pos="0" algn="l"/>
              </a:tabLst>
            </a:pPr>
            <a:r>
              <a:rPr lang="en-US" sz="2000" b="0" u="none" strike="noStrike">
                <a:solidFill>
                  <a:schemeClr val="dk1"/>
                </a:solidFill>
                <a:effectLst/>
                <a:uFillTx/>
                <a:latin typeface="Aptos"/>
              </a:rPr>
              <a:t>Third level</a:t>
            </a:r>
            <a:endParaRPr lang="en-US" sz="2000" b="0" u="none" strike="noStrike">
              <a:solidFill>
                <a:schemeClr val="dk1"/>
              </a:solidFill>
              <a:effectLst/>
              <a:uFillTx/>
              <a:latin typeface="Aptos"/>
            </a:endParaRPr>
          </a:p>
          <a:p>
            <a:pPr marL="1600200" lvl="3" indent="-228600" algn="l" defTabSz="914400">
              <a:lnSpc>
                <a:spcPct val="90000"/>
              </a:lnSpc>
              <a:spcBef>
                <a:spcPts val="499"/>
              </a:spcBef>
              <a:buClr>
                <a:srgbClr val="000000"/>
              </a:buClr>
              <a:buFont typeface="Arial"/>
              <a:buChar char="•"/>
              <a:tabLst>
                <a:tab pos="0" algn="l"/>
              </a:tabLst>
            </a:pPr>
            <a:r>
              <a:rPr lang="en-US" sz="1800" b="0" u="none" strike="noStrike">
                <a:solidFill>
                  <a:schemeClr val="dk1"/>
                </a:solidFill>
                <a:effectLst/>
                <a:uFillTx/>
                <a:latin typeface="Aptos"/>
              </a:rPr>
              <a:t>Fourth level</a:t>
            </a:r>
            <a:endParaRPr lang="en-US" sz="1800" b="0" u="none" strike="noStrike">
              <a:solidFill>
                <a:schemeClr val="dk1"/>
              </a:solidFill>
              <a:effectLst/>
              <a:uFillTx/>
              <a:latin typeface="Aptos"/>
            </a:endParaRPr>
          </a:p>
          <a:p>
            <a:pPr marL="2057400" lvl="4" indent="-228600" algn="l" defTabSz="914400">
              <a:lnSpc>
                <a:spcPct val="90000"/>
              </a:lnSpc>
              <a:spcBef>
                <a:spcPts val="499"/>
              </a:spcBef>
              <a:buClr>
                <a:srgbClr val="000000"/>
              </a:buClr>
              <a:buFont typeface="Arial"/>
              <a:buChar char="•"/>
              <a:tabLst>
                <a:tab pos="0" algn="l"/>
              </a:tabLst>
            </a:pPr>
            <a:r>
              <a:rPr lang="en-US" sz="1800" b="0" u="none" strike="noStrike">
                <a:solidFill>
                  <a:schemeClr val="dk1"/>
                </a:solidFill>
                <a:effectLst/>
                <a:uFillTx/>
                <a:latin typeface="Aptos"/>
              </a:rPr>
              <a:t>Fifth level</a:t>
            </a:r>
            <a:endParaRPr lang="en-US" sz="1800" b="0" u="none" strike="noStrike">
              <a:solidFill>
                <a:schemeClr val="dk1"/>
              </a:solidFill>
              <a:effectLst/>
              <a:uFillTx/>
              <a:latin typeface="Aptos"/>
            </a:endParaRPr>
          </a:p>
        </p:txBody>
      </p:sp>
      <p:sp>
        <p:nvSpPr>
          <p:cNvPr id="36" name="PlaceHolder 4"/>
          <p:cNvSpPr>
            <a:spLocks noGrp="1"/>
          </p:cNvSpPr>
          <p:nvPr>
            <p:ph type="body"/>
          </p:nvPr>
        </p:nvSpPr>
        <p:spPr>
          <a:xfrm>
            <a:off x="6172200" y="1681200"/>
            <a:ext cx="5182920" cy="82368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b">
            <a:noAutofit/>
          </a:bodyPr>
          <a:lstStyle>
            <a:lvl1pPr indent="0" algn="l" defTabSz="914400">
              <a:lnSpc>
                <a:spcPct val="90000"/>
              </a:lnSpc>
              <a:spcBef>
                <a:spcPts val="1001"/>
              </a:spcBef>
              <a:buNone/>
              <a:tabLst>
                <a:tab pos="0" algn="l"/>
              </a:tabLst>
              <a:defRPr lang="en-US" sz="2400" b="1" u="none" strike="noStrike">
                <a:solidFill>
                  <a:schemeClr val="dk1"/>
                </a:solidFill>
                <a:effectLst/>
                <a:uFillTx/>
                <a:latin typeface="Aptos"/>
              </a:defRPr>
            </a:lvl1pPr>
          </a:lstStyle>
          <a:p>
            <a:pPr indent="0" algn="l" defTabSz="914400">
              <a:lnSpc>
                <a:spcPct val="90000"/>
              </a:lnSpc>
              <a:spcBef>
                <a:spcPts val="1001"/>
              </a:spcBef>
              <a:buNone/>
              <a:tabLst>
                <a:tab pos="0" algn="l"/>
              </a:tabLst>
            </a:pPr>
            <a:r>
              <a:rPr lang="en-US" sz="2400" b="1" u="none" strike="noStrike">
                <a:solidFill>
                  <a:schemeClr val="dk1"/>
                </a:solidFill>
                <a:effectLst/>
                <a:uFillTx/>
                <a:latin typeface="Aptos"/>
              </a:rPr>
              <a:t>Click to edit Master text styles</a:t>
            </a:r>
            <a:endParaRPr lang="en-US" sz="2400" b="0" u="none" strike="noStrike">
              <a:solidFill>
                <a:schemeClr val="dk1"/>
              </a:solidFill>
              <a:effectLst/>
              <a:uFillTx/>
              <a:latin typeface="Aptos"/>
            </a:endParaRPr>
          </a:p>
        </p:txBody>
      </p:sp>
      <p:sp>
        <p:nvSpPr>
          <p:cNvPr id="37" name="PlaceHolder 5"/>
          <p:cNvSpPr>
            <a:spLocks noGrp="1"/>
          </p:cNvSpPr>
          <p:nvPr>
            <p:ph type="body"/>
          </p:nvPr>
        </p:nvSpPr>
        <p:spPr>
          <a:xfrm>
            <a:off x="6172200" y="2505240"/>
            <a:ext cx="5182920" cy="368424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t">
            <a:noAutofit/>
          </a:bodyPr>
          <a:lstStyle>
            <a:lvl1pPr algn="l" defTabSz="914400">
              <a:lnSpc>
                <a:spcPct val="90000"/>
              </a:lnSpc>
              <a:spcBef>
                <a:spcPts val="1001"/>
              </a:spcBef>
              <a:buClr>
                <a:srgbClr val="000000"/>
              </a:buClr>
              <a:buFont typeface="Arial"/>
              <a:buChar char="•"/>
              <a:tabLst>
                <a:tab pos="0" algn="l"/>
              </a:tabLst>
              <a:defRPr lang="en-US" sz="2800" b="0" u="none" strike="noStrike">
                <a:solidFill>
                  <a:schemeClr val="dk1"/>
                </a:solidFill>
                <a:effectLst/>
                <a:uFillTx/>
                <a:latin typeface="Aptos"/>
              </a:defRPr>
            </a:lvl1pPr>
            <a:lvl2pPr lvl="1" algn="l" defTabSz="914400">
              <a:lnSpc>
                <a:spcPct val="90000"/>
              </a:lnSpc>
              <a:spcBef>
                <a:spcPts val="499"/>
              </a:spcBef>
              <a:buClr>
                <a:srgbClr val="000000"/>
              </a:buClr>
              <a:buFont typeface="Arial"/>
              <a:buChar char="•"/>
              <a:tabLst>
                <a:tab pos="0" algn="l"/>
              </a:tabLst>
              <a:defRPr lang="en-US" sz="2400" b="0" u="none" strike="noStrike">
                <a:solidFill>
                  <a:schemeClr val="dk1"/>
                </a:solidFill>
                <a:effectLst/>
                <a:uFillTx/>
                <a:latin typeface="Aptos"/>
              </a:defRPr>
            </a:lvl2pPr>
            <a:lvl3pPr lvl="2" algn="l" defTabSz="914400">
              <a:lnSpc>
                <a:spcPct val="90000"/>
              </a:lnSpc>
              <a:spcBef>
                <a:spcPts val="499"/>
              </a:spcBef>
              <a:buClr>
                <a:srgbClr val="000000"/>
              </a:buClr>
              <a:buFont typeface="Arial"/>
              <a:buChar char="•"/>
              <a:tabLst>
                <a:tab pos="0" algn="l"/>
              </a:tabLst>
              <a:defRPr lang="en-US" sz="2000" b="0" u="none" strike="noStrike">
                <a:solidFill>
                  <a:schemeClr val="dk1"/>
                </a:solidFill>
                <a:effectLst/>
                <a:uFillTx/>
                <a:latin typeface="Aptos"/>
              </a:defRPr>
            </a:lvl3pPr>
            <a:lvl4pPr lvl="3" algn="l" defTabSz="914400">
              <a:lnSpc>
                <a:spcPct val="90000"/>
              </a:lnSpc>
              <a:spcBef>
                <a:spcPts val="499"/>
              </a:spcBef>
              <a:buClr>
                <a:srgbClr val="000000"/>
              </a:buClr>
              <a:buFont typeface="Arial"/>
              <a:buChar char="•"/>
              <a:tabLst>
                <a:tab pos="0" algn="l"/>
              </a:tabLst>
              <a:defRPr lang="en-US" sz="1800" b="0" u="none" strike="noStrike">
                <a:solidFill>
                  <a:schemeClr val="dk1"/>
                </a:solidFill>
                <a:effectLst/>
                <a:uFillTx/>
                <a:latin typeface="Aptos"/>
              </a:defRPr>
            </a:lvl4pPr>
            <a:lvl5pPr lvl="4" algn="l" defTabSz="914400">
              <a:lnSpc>
                <a:spcPct val="90000"/>
              </a:lnSpc>
              <a:spcBef>
                <a:spcPts val="499"/>
              </a:spcBef>
              <a:buClr>
                <a:srgbClr val="000000"/>
              </a:buClr>
              <a:buFont typeface="Arial"/>
              <a:buChar char="•"/>
              <a:tabLst>
                <a:tab pos="0" algn="l"/>
              </a:tabLst>
              <a:defRPr lang="en-US" sz="1800" b="0" u="none" strike="noStrike">
                <a:solidFill>
                  <a:schemeClr val="dk1"/>
                </a:solidFill>
                <a:effectLst/>
                <a:uFillTx/>
                <a:latin typeface="Aptos"/>
              </a:defRPr>
            </a:lvl5pPr>
          </a:lstStyle>
          <a:p>
            <a:pPr marL="228600" indent="-228600" algn="l" defTabSz="914400">
              <a:lnSpc>
                <a:spcPct val="90000"/>
              </a:lnSpc>
              <a:spcBef>
                <a:spcPts val="1001"/>
              </a:spcBef>
              <a:buClr>
                <a:srgbClr val="000000"/>
              </a:buClr>
              <a:buFont typeface="Arial"/>
              <a:buChar char="•"/>
              <a:tabLst>
                <a:tab pos="0" algn="l"/>
              </a:tabLst>
            </a:pPr>
            <a:r>
              <a:rPr lang="en-US" sz="2800" b="0" u="none" strike="noStrike">
                <a:solidFill>
                  <a:schemeClr val="dk1"/>
                </a:solidFill>
                <a:effectLst/>
                <a:uFillTx/>
                <a:latin typeface="Aptos"/>
              </a:rPr>
              <a:t>Click to edit Master text styles</a:t>
            </a:r>
            <a:endParaRPr lang="en-US" sz="2800" b="0" u="none" strike="noStrike">
              <a:solidFill>
                <a:schemeClr val="dk1"/>
              </a:solidFill>
              <a:effectLst/>
              <a:uFillTx/>
              <a:latin typeface="Aptos"/>
            </a:endParaRPr>
          </a:p>
          <a:p>
            <a:pPr marL="685800" lvl="1" indent="-228600" algn="l" defTabSz="914400">
              <a:lnSpc>
                <a:spcPct val="90000"/>
              </a:lnSpc>
              <a:spcBef>
                <a:spcPts val="499"/>
              </a:spcBef>
              <a:buClr>
                <a:srgbClr val="000000"/>
              </a:buClr>
              <a:buFont typeface="Arial"/>
              <a:buChar char="•"/>
              <a:tabLst>
                <a:tab pos="0" algn="l"/>
              </a:tabLst>
            </a:pPr>
            <a:r>
              <a:rPr lang="en-US" sz="2400" b="0" u="none" strike="noStrike">
                <a:solidFill>
                  <a:schemeClr val="dk1"/>
                </a:solidFill>
                <a:effectLst/>
                <a:uFillTx/>
                <a:latin typeface="Aptos"/>
              </a:rPr>
              <a:t>Second level</a:t>
            </a:r>
            <a:endParaRPr lang="en-US" sz="2400" b="0" u="none" strike="noStrike">
              <a:solidFill>
                <a:schemeClr val="dk1"/>
              </a:solidFill>
              <a:effectLst/>
              <a:uFillTx/>
              <a:latin typeface="Aptos"/>
            </a:endParaRPr>
          </a:p>
          <a:p>
            <a:pPr marL="1143000" lvl="2" indent="-228600" algn="l" defTabSz="914400">
              <a:lnSpc>
                <a:spcPct val="90000"/>
              </a:lnSpc>
              <a:spcBef>
                <a:spcPts val="499"/>
              </a:spcBef>
              <a:buClr>
                <a:srgbClr val="000000"/>
              </a:buClr>
              <a:buFont typeface="Arial"/>
              <a:buChar char="•"/>
              <a:tabLst>
                <a:tab pos="0" algn="l"/>
              </a:tabLst>
            </a:pPr>
            <a:r>
              <a:rPr lang="en-US" sz="2000" b="0" u="none" strike="noStrike">
                <a:solidFill>
                  <a:schemeClr val="dk1"/>
                </a:solidFill>
                <a:effectLst/>
                <a:uFillTx/>
                <a:latin typeface="Aptos"/>
              </a:rPr>
              <a:t>Third level</a:t>
            </a:r>
            <a:endParaRPr lang="en-US" sz="2000" b="0" u="none" strike="noStrike">
              <a:solidFill>
                <a:schemeClr val="dk1"/>
              </a:solidFill>
              <a:effectLst/>
              <a:uFillTx/>
              <a:latin typeface="Aptos"/>
            </a:endParaRPr>
          </a:p>
          <a:p>
            <a:pPr marL="1600200" lvl="3" indent="-228600" algn="l" defTabSz="914400">
              <a:lnSpc>
                <a:spcPct val="90000"/>
              </a:lnSpc>
              <a:spcBef>
                <a:spcPts val="499"/>
              </a:spcBef>
              <a:buClr>
                <a:srgbClr val="000000"/>
              </a:buClr>
              <a:buFont typeface="Arial"/>
              <a:buChar char="•"/>
              <a:tabLst>
                <a:tab pos="0" algn="l"/>
              </a:tabLst>
            </a:pPr>
            <a:r>
              <a:rPr lang="en-US" sz="1800" b="0" u="none" strike="noStrike">
                <a:solidFill>
                  <a:schemeClr val="dk1"/>
                </a:solidFill>
                <a:effectLst/>
                <a:uFillTx/>
                <a:latin typeface="Aptos"/>
              </a:rPr>
              <a:t>Fourth level</a:t>
            </a:r>
            <a:endParaRPr lang="en-US" sz="1800" b="0" u="none" strike="noStrike">
              <a:solidFill>
                <a:schemeClr val="dk1"/>
              </a:solidFill>
              <a:effectLst/>
              <a:uFillTx/>
              <a:latin typeface="Aptos"/>
            </a:endParaRPr>
          </a:p>
          <a:p>
            <a:pPr marL="2057400" lvl="4" indent="-228600" algn="l" defTabSz="914400">
              <a:lnSpc>
                <a:spcPct val="90000"/>
              </a:lnSpc>
              <a:spcBef>
                <a:spcPts val="499"/>
              </a:spcBef>
              <a:buClr>
                <a:srgbClr val="000000"/>
              </a:buClr>
              <a:buFont typeface="Arial"/>
              <a:buChar char="•"/>
              <a:tabLst>
                <a:tab pos="0" algn="l"/>
              </a:tabLst>
            </a:pPr>
            <a:r>
              <a:rPr lang="en-US" sz="1800" b="0" u="none" strike="noStrike">
                <a:solidFill>
                  <a:schemeClr val="dk1"/>
                </a:solidFill>
                <a:effectLst/>
                <a:uFillTx/>
                <a:latin typeface="Aptos"/>
              </a:rPr>
              <a:t>Fifth level</a:t>
            </a:r>
            <a:endParaRPr lang="en-US" sz="1800" b="0" u="none" strike="noStrike">
              <a:solidFill>
                <a:schemeClr val="dk1"/>
              </a:solidFill>
              <a:effectLst/>
              <a:uFillTx/>
              <a:latin typeface="Aptos"/>
            </a:endParaRPr>
          </a:p>
        </p:txBody>
      </p:sp>
      <p:sp>
        <p:nvSpPr>
          <p:cNvPr id="38" name="PlaceHolder 6"/>
          <p:cNvSpPr>
            <a:spLocks noGrp="1"/>
          </p:cNvSpPr>
          <p:nvPr>
            <p:ph type="dt" idx="19"/>
          </p:nvPr>
        </p:nvSpPr>
        <p:spPr>
          <a:xfrm>
            <a:off x="838080" y="6356520"/>
            <a:ext cx="2742840" cy="36468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ctr">
            <a:noAutofit/>
          </a:bodyPr>
          <a:lstStyle>
            <a:lvl1pPr indent="0" algn="l" defTabSz="914400">
              <a:lnSpc>
                <a:spcPct val="100000"/>
              </a:lnSpc>
              <a:buNone/>
              <a:defRPr lang="en-US" sz="1200" b="0" u="none" strike="noStrike">
                <a:solidFill>
                  <a:schemeClr val="dk1">
                    <a:tint val="82000"/>
                  </a:schemeClr>
                </a:solidFill>
                <a:effectLst/>
                <a:uFillTx/>
                <a:latin typeface="Aptos"/>
              </a:defRPr>
            </a:lvl1pPr>
          </a:lstStyle>
          <a:p>
            <a:pPr indent="0" algn="l" defTabSz="914400">
              <a:lnSpc>
                <a:spcPct val="100000"/>
              </a:lnSpc>
              <a:buNone/>
            </a:pPr>
            <a:r>
              <a:rPr lang="en-US" sz="1200" b="0" u="none" strike="noStrike">
                <a:solidFill>
                  <a:schemeClr val="dk1">
                    <a:tint val="82000"/>
                  </a:schemeClr>
                </a:solidFill>
                <a:effectLst/>
                <a:uFillTx/>
                <a:latin typeface="Aptos"/>
              </a:rPr>
              <a:t>&lt;date/time&gt;</a:t>
            </a:r>
            <a:endParaRPr lang="en-US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39" name="PlaceHolder 7"/>
          <p:cNvSpPr>
            <a:spLocks noGrp="1"/>
          </p:cNvSpPr>
          <p:nvPr>
            <p:ph type="ftr" idx="20"/>
          </p:nvPr>
        </p:nvSpPr>
        <p:spPr>
          <a:xfrm>
            <a:off x="4038480" y="6356520"/>
            <a:ext cx="4114440" cy="36468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ctr">
            <a:noAutofit/>
          </a:bodyPr>
          <a:lstStyle>
            <a:lvl1pPr indent="0" algn="ctr">
              <a:buNone/>
              <a:defRPr lang="en-US" sz="1400" b="0" u="none" strike="noStrike">
                <a:solidFill>
                  <a:srgbClr val="000000"/>
                </a:solidFill>
                <a:effectLst/>
                <a:uFillTx/>
                <a:latin typeface="Times New Roman"/>
              </a:defRPr>
            </a:lvl1pPr>
          </a:lstStyle>
          <a:p>
            <a:pPr indent="0" algn="ctr">
              <a:buNone/>
            </a:pPr>
            <a:r>
              <a:rPr lang="en-US" sz="1400" b="0" u="none" strike="noStrike">
                <a:solidFill>
                  <a:srgbClr val="000000"/>
                </a:solidFill>
                <a:effectLst/>
                <a:uFillTx/>
                <a:latin typeface="Times New Roman"/>
              </a:rPr>
              <a:t>&lt;footer&gt;</a:t>
            </a:r>
            <a:endParaRPr lang="en-US" sz="1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40" name="PlaceHolder 8"/>
          <p:cNvSpPr>
            <a:spLocks noGrp="1"/>
          </p:cNvSpPr>
          <p:nvPr>
            <p:ph type="sldNum" idx="21"/>
          </p:nvPr>
        </p:nvSpPr>
        <p:spPr>
          <a:xfrm>
            <a:off x="8610480" y="6356520"/>
            <a:ext cx="2742840" cy="36468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ctr">
            <a:noAutofit/>
          </a:bodyPr>
          <a:lstStyle>
            <a:lvl1pPr indent="0" algn="r" defTabSz="914400">
              <a:lnSpc>
                <a:spcPct val="100000"/>
              </a:lnSpc>
              <a:buNone/>
              <a:defRPr lang="en-US" sz="1200" b="0" u="none" strike="noStrike">
                <a:solidFill>
                  <a:schemeClr val="dk1">
                    <a:tint val="82000"/>
                  </a:schemeClr>
                </a:solidFill>
                <a:effectLst/>
                <a:uFillTx/>
                <a:latin typeface="Aptos"/>
              </a:defRPr>
            </a:lvl1pPr>
          </a:lstStyle>
          <a:p>
            <a:pPr indent="0" algn="r" defTabSz="914400">
              <a:lnSpc>
                <a:spcPct val="100000"/>
              </a:lnSpc>
              <a:buNone/>
            </a:pPr>
            <a:fld id="{6FB84BFA-AC1B-4C4E-9C43-07A6D81DBE43}" type="slidenum">
              <a:rPr lang="en-US" sz="1200" b="0" u="none" strike="noStrike">
                <a:solidFill>
                  <a:schemeClr val="dk1">
                    <a:tint val="82000"/>
                  </a:schemeClr>
                </a:solidFill>
                <a:effectLst/>
                <a:uFillTx/>
                <a:latin typeface="Aptos"/>
              </a:rPr>
              <a:t>&lt;number&gt;</a:t>
            </a:fld>
            <a:endParaRPr lang="en-US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</p:sldLayout>
</file>

<file path=ppt/slideLayouts/slideLayout8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titleOnly" preserve="1">
  <p:cSld name="Title Only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1" name="PlaceHolder 1"/>
          <p:cNvSpPr>
            <a:spLocks noGrp="1"/>
          </p:cNvSpPr>
          <p:nvPr>
            <p:ph type="title"/>
          </p:nvPr>
        </p:nvSpPr>
        <p:spPr>
          <a:xfrm>
            <a:off x="838080" y="365040"/>
            <a:ext cx="10515240" cy="132516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ctr">
            <a:noAutofit/>
          </a:bodyPr>
          <a:lstStyle>
            <a:lvl1pPr indent="0" algn="l" defTabSz="914400">
              <a:lnSpc>
                <a:spcPct val="90000"/>
              </a:lnSpc>
              <a:buNone/>
              <a:defRPr lang="en-US" sz="4400" b="0" u="none" strike="noStrike">
                <a:solidFill>
                  <a:schemeClr val="dk1"/>
                </a:solidFill>
                <a:effectLst/>
                <a:uFillTx/>
                <a:latin typeface="Aptos Display"/>
              </a:defRPr>
            </a:lvl1pPr>
          </a:lstStyle>
          <a:p>
            <a:pPr indent="0" algn="l" defTabSz="914400">
              <a:lnSpc>
                <a:spcPct val="90000"/>
              </a:lnSpc>
              <a:buNone/>
            </a:pPr>
            <a:r>
              <a:rPr lang="en-US" sz="4400" b="0" u="none" strike="noStrike">
                <a:solidFill>
                  <a:schemeClr val="dk1"/>
                </a:solidFill>
                <a:effectLst/>
                <a:uFillTx/>
                <a:latin typeface="Aptos Display"/>
              </a:rPr>
              <a:t>Click </a:t>
            </a:r>
            <a:r>
              <a:rPr lang="en-US" sz="4400" b="0" u="none" strike="noStrike">
                <a:solidFill>
                  <a:schemeClr val="dk1"/>
                </a:solidFill>
                <a:effectLst/>
                <a:uFillTx/>
                <a:latin typeface="Aptos Display"/>
              </a:rPr>
              <a:t>to edit </a:t>
            </a:r>
            <a:r>
              <a:rPr lang="en-US" sz="4400" b="0" u="none" strike="noStrike">
                <a:solidFill>
                  <a:schemeClr val="dk1"/>
                </a:solidFill>
                <a:effectLst/>
                <a:uFillTx/>
                <a:latin typeface="Aptos Display"/>
              </a:rPr>
              <a:t>Maste</a:t>
            </a:r>
            <a:r>
              <a:rPr lang="en-US" sz="4400" b="0" u="none" strike="noStrike">
                <a:solidFill>
                  <a:schemeClr val="dk1"/>
                </a:solidFill>
                <a:effectLst/>
                <a:uFillTx/>
                <a:latin typeface="Aptos Display"/>
              </a:rPr>
              <a:t>r title </a:t>
            </a:r>
            <a:r>
              <a:rPr lang="en-US" sz="4400" b="0" u="none" strike="noStrike">
                <a:solidFill>
                  <a:schemeClr val="dk1"/>
                </a:solidFill>
                <a:effectLst/>
                <a:uFillTx/>
                <a:latin typeface="Aptos Display"/>
              </a:rPr>
              <a:t>style</a:t>
            </a:r>
            <a:endParaRPr lang="en-US" sz="4400" b="0" u="none" strike="noStrike">
              <a:solidFill>
                <a:schemeClr val="dk1"/>
              </a:solidFill>
              <a:effectLst/>
              <a:uFillTx/>
              <a:latin typeface="Aptos Display"/>
            </a:endParaRPr>
          </a:p>
        </p:txBody>
      </p:sp>
      <p:sp>
        <p:nvSpPr>
          <p:cNvPr id="42" name="PlaceHolder 2"/>
          <p:cNvSpPr>
            <a:spLocks noGrp="1"/>
          </p:cNvSpPr>
          <p:nvPr>
            <p:ph type="dt" idx="22"/>
          </p:nvPr>
        </p:nvSpPr>
        <p:spPr>
          <a:xfrm>
            <a:off x="838080" y="6356520"/>
            <a:ext cx="2742840" cy="36468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ctr">
            <a:noAutofit/>
          </a:bodyPr>
          <a:lstStyle>
            <a:lvl1pPr indent="0" algn="l" defTabSz="914400">
              <a:lnSpc>
                <a:spcPct val="100000"/>
              </a:lnSpc>
              <a:buNone/>
              <a:defRPr lang="en-US" sz="1200" b="0" u="none" strike="noStrike">
                <a:solidFill>
                  <a:schemeClr val="dk1">
                    <a:tint val="82000"/>
                  </a:schemeClr>
                </a:solidFill>
                <a:effectLst/>
                <a:uFillTx/>
                <a:latin typeface="Aptos"/>
              </a:defRPr>
            </a:lvl1pPr>
          </a:lstStyle>
          <a:p>
            <a:pPr indent="0" algn="l" defTabSz="914400">
              <a:lnSpc>
                <a:spcPct val="100000"/>
              </a:lnSpc>
              <a:buNone/>
            </a:pPr>
            <a:r>
              <a:rPr lang="en-US" sz="1200" b="0" u="none" strike="noStrike">
                <a:solidFill>
                  <a:schemeClr val="dk1">
                    <a:tint val="82000"/>
                  </a:schemeClr>
                </a:solidFill>
                <a:effectLst/>
                <a:uFillTx/>
                <a:latin typeface="Aptos"/>
              </a:rPr>
              <a:t>&lt;date/time&gt;</a:t>
            </a:r>
            <a:endParaRPr lang="en-US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43" name="PlaceHolder 3"/>
          <p:cNvSpPr>
            <a:spLocks noGrp="1"/>
          </p:cNvSpPr>
          <p:nvPr>
            <p:ph type="ftr" idx="23"/>
          </p:nvPr>
        </p:nvSpPr>
        <p:spPr>
          <a:xfrm>
            <a:off x="4038480" y="6356520"/>
            <a:ext cx="4114440" cy="36468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ctr">
            <a:noAutofit/>
          </a:bodyPr>
          <a:lstStyle>
            <a:lvl1pPr indent="0" algn="ctr">
              <a:buNone/>
              <a:defRPr lang="en-US" sz="1400" b="0" u="none" strike="noStrike">
                <a:solidFill>
                  <a:srgbClr val="000000"/>
                </a:solidFill>
                <a:effectLst/>
                <a:uFillTx/>
                <a:latin typeface="Times New Roman"/>
              </a:defRPr>
            </a:lvl1pPr>
          </a:lstStyle>
          <a:p>
            <a:pPr indent="0" algn="ctr">
              <a:buNone/>
            </a:pPr>
            <a:r>
              <a:rPr lang="en-US" sz="1400" b="0" u="none" strike="noStrike">
                <a:solidFill>
                  <a:srgbClr val="000000"/>
                </a:solidFill>
                <a:effectLst/>
                <a:uFillTx/>
                <a:latin typeface="Times New Roman"/>
              </a:rPr>
              <a:t>&lt;footer&gt;</a:t>
            </a:r>
            <a:endParaRPr lang="en-US" sz="1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44" name="PlaceHolder 4"/>
          <p:cNvSpPr>
            <a:spLocks noGrp="1"/>
          </p:cNvSpPr>
          <p:nvPr>
            <p:ph type="sldNum" idx="24"/>
          </p:nvPr>
        </p:nvSpPr>
        <p:spPr>
          <a:xfrm>
            <a:off x="8610480" y="6356520"/>
            <a:ext cx="2742840" cy="36468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ctr">
            <a:noAutofit/>
          </a:bodyPr>
          <a:lstStyle>
            <a:lvl1pPr indent="0" algn="r" defTabSz="914400">
              <a:lnSpc>
                <a:spcPct val="100000"/>
              </a:lnSpc>
              <a:buNone/>
              <a:defRPr lang="en-US" sz="1200" b="0" u="none" strike="noStrike">
                <a:solidFill>
                  <a:schemeClr val="dk1">
                    <a:tint val="82000"/>
                  </a:schemeClr>
                </a:solidFill>
                <a:effectLst/>
                <a:uFillTx/>
                <a:latin typeface="Aptos"/>
              </a:defRPr>
            </a:lvl1pPr>
          </a:lstStyle>
          <a:p>
            <a:pPr indent="0" algn="r" defTabSz="914400">
              <a:lnSpc>
                <a:spcPct val="100000"/>
              </a:lnSpc>
              <a:buNone/>
            </a:pPr>
            <a:fld id="{7D18ED06-906A-4C69-B864-FE3169E10B27}" type="slidenum">
              <a:rPr lang="en-US" sz="1200" b="0" u="none" strike="noStrike">
                <a:solidFill>
                  <a:schemeClr val="dk1">
                    <a:tint val="82000"/>
                  </a:schemeClr>
                </a:solidFill>
                <a:effectLst/>
                <a:uFillTx/>
                <a:latin typeface="Aptos"/>
              </a:rPr>
              <a:t>&lt;number&gt;</a:t>
            </a:fld>
            <a:endParaRPr lang="en-US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45" name="PlaceHolder 5"/>
          <p:cNvSpPr>
            <a:spLocks noGrp="1"/>
          </p:cNvSpPr>
          <p:nvPr>
            <p:ph type="body"/>
          </p:nvPr>
        </p:nvSpPr>
        <p:spPr>
          <a:xfrm>
            <a:off x="609480" y="1604520"/>
            <a:ext cx="10972440" cy="397728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rmAutofit/>
          </a:bodyPr>
          <a:lstStyle>
            <a:lvl1pPr algn="l" defTabSz="914400">
              <a:lnSpc>
                <a:spcPct val="90000"/>
              </a:lnSpc>
              <a:spcBef>
                <a:spcPts val="1001"/>
              </a:spcBef>
              <a:buClr>
                <a:srgbClr val="000000"/>
              </a:buClr>
              <a:buFont typeface="Arial"/>
              <a:buChar char="•"/>
              <a:defRPr lang="en-US" sz="2800" b="0" u="none" strike="noStrike">
                <a:solidFill>
                  <a:schemeClr val="dk1"/>
                </a:solidFill>
                <a:effectLst/>
                <a:uFillTx/>
                <a:latin typeface="Aptos"/>
              </a:defRPr>
            </a:lvl1pPr>
            <a:lvl2pPr lvl="1" algn="l" defTabSz="914400">
              <a:lnSpc>
                <a:spcPct val="90000"/>
              </a:lnSpc>
              <a:spcBef>
                <a:spcPts val="499"/>
              </a:spcBef>
              <a:buClr>
                <a:srgbClr val="000000"/>
              </a:buClr>
              <a:buSzPct val="75000"/>
              <a:buFont typeface="Symbol" charset="2"/>
              <a:buChar char=""/>
              <a:defRPr lang="en-US" sz="2400" b="0" u="none" strike="noStrike">
                <a:solidFill>
                  <a:schemeClr val="dk1"/>
                </a:solidFill>
                <a:effectLst/>
                <a:uFillTx/>
                <a:latin typeface="Aptos"/>
              </a:defRPr>
            </a:lvl2pPr>
            <a:lvl3pPr lvl="2" algn="l" defTabSz="914400">
              <a:lnSpc>
                <a:spcPct val="90000"/>
              </a:lnSpc>
              <a:spcBef>
                <a:spcPts val="499"/>
              </a:spcBef>
              <a:buClr>
                <a:srgbClr val="000000"/>
              </a:buClr>
              <a:buSzPct val="45000"/>
              <a:buFont typeface="Wingdings" charset="2"/>
              <a:buChar char=""/>
              <a:defRPr lang="en-US" sz="2000" b="0" u="none" strike="noStrike">
                <a:solidFill>
                  <a:schemeClr val="dk1"/>
                </a:solidFill>
                <a:effectLst/>
                <a:uFillTx/>
                <a:latin typeface="Aptos"/>
              </a:defRPr>
            </a:lvl3pPr>
            <a:lvl4pPr lvl="3" algn="l" defTabSz="914400">
              <a:lnSpc>
                <a:spcPct val="90000"/>
              </a:lnSpc>
              <a:spcBef>
                <a:spcPts val="499"/>
              </a:spcBef>
              <a:buClr>
                <a:srgbClr val="000000"/>
              </a:buClr>
              <a:buSzPct val="75000"/>
              <a:buFont typeface="Symbol" charset="2"/>
              <a:buChar char=""/>
              <a:defRPr lang="en-US" sz="1800" b="0" u="none" strike="noStrike">
                <a:solidFill>
                  <a:schemeClr val="dk1"/>
                </a:solidFill>
                <a:effectLst/>
                <a:uFillTx/>
                <a:latin typeface="Aptos"/>
              </a:defRPr>
            </a:lvl4pPr>
            <a:lvl5pPr lvl="4" algn="l" defTabSz="914400">
              <a:lnSpc>
                <a:spcPct val="90000"/>
              </a:lnSpc>
              <a:spcBef>
                <a:spcPts val="499"/>
              </a:spcBef>
              <a:buClr>
                <a:srgbClr val="000000"/>
              </a:buClr>
              <a:buSzPct val="45000"/>
              <a:buFont typeface="Wingdings" charset="2"/>
              <a:buChar char=""/>
              <a:defRPr lang="en-US" sz="1800" b="0" u="none" strike="noStrike">
                <a:solidFill>
                  <a:schemeClr val="dk1"/>
                </a:solidFill>
                <a:effectLst/>
                <a:uFillTx/>
                <a:latin typeface="Aptos"/>
              </a:defRPr>
            </a:lvl5pPr>
            <a:lvl6pPr lvl="5" algn="l" defTabSz="914400">
              <a:lnSpc>
                <a:spcPct val="90000"/>
              </a:lnSpc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  <a:defRPr lang="en-US" sz="2000" b="0" u="none" strike="noStrike">
                <a:solidFill>
                  <a:schemeClr val="dk1"/>
                </a:solidFill>
                <a:effectLst/>
                <a:uFillTx/>
                <a:latin typeface="Aptos"/>
              </a:defRPr>
            </a:lvl6pPr>
            <a:lvl7pPr lvl="6" algn="l" defTabSz="914400">
              <a:lnSpc>
                <a:spcPct val="90000"/>
              </a:lnSpc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  <a:defRPr lang="en-US" sz="2000" b="0" u="none" strike="noStrike">
                <a:solidFill>
                  <a:schemeClr val="dk1"/>
                </a:solidFill>
                <a:effectLst/>
                <a:uFillTx/>
                <a:latin typeface="Aptos"/>
              </a:defRPr>
            </a:lvl7pPr>
          </a:lstStyle>
          <a:p>
            <a:pPr marL="228600" indent="-228600" algn="l" defTabSz="914400">
              <a:lnSpc>
                <a:spcPct val="90000"/>
              </a:lnSpc>
              <a:spcBef>
                <a:spcPts val="1001"/>
              </a:spcBef>
              <a:buClr>
                <a:srgbClr val="000000"/>
              </a:buClr>
              <a:buFont typeface="Arial"/>
              <a:buChar char="•"/>
            </a:pPr>
            <a:r>
              <a:rPr lang="en-US" sz="2800" b="0" u="none" strike="noStrike">
                <a:solidFill>
                  <a:schemeClr val="dk1"/>
                </a:solidFill>
                <a:effectLst/>
                <a:uFillTx/>
                <a:latin typeface="Aptos"/>
              </a:rPr>
              <a:t>Click to edit the outline text format</a:t>
            </a:r>
            <a:endParaRPr lang="en-US" sz="2800" b="0" u="none" strike="noStrike">
              <a:solidFill>
                <a:schemeClr val="dk1"/>
              </a:solidFill>
              <a:effectLst/>
              <a:uFillTx/>
              <a:latin typeface="Aptos"/>
            </a:endParaRPr>
          </a:p>
          <a:p>
            <a:pPr marL="864000" lvl="1" indent="-324000" algn="l" defTabSz="914400">
              <a:lnSpc>
                <a:spcPct val="90000"/>
              </a:lnSpc>
              <a:spcBef>
                <a:spcPts val="499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lang="en-US" sz="2400" b="0" u="none" strike="noStrike">
                <a:solidFill>
                  <a:schemeClr val="dk1"/>
                </a:solidFill>
                <a:effectLst/>
                <a:uFillTx/>
                <a:latin typeface="Aptos"/>
              </a:rPr>
              <a:t>Second Outline Level</a:t>
            </a:r>
            <a:endParaRPr lang="en-US" sz="2400" b="0" u="none" strike="noStrike">
              <a:solidFill>
                <a:schemeClr val="dk1"/>
              </a:solidFill>
              <a:effectLst/>
              <a:uFillTx/>
              <a:latin typeface="Aptos"/>
            </a:endParaRPr>
          </a:p>
          <a:p>
            <a:pPr marL="1296000" lvl="2" indent="-288000" algn="l" defTabSz="914400">
              <a:lnSpc>
                <a:spcPct val="90000"/>
              </a:lnSpc>
              <a:spcBef>
                <a:spcPts val="499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2000" b="0" u="none" strike="noStrike">
                <a:solidFill>
                  <a:schemeClr val="dk1"/>
                </a:solidFill>
                <a:effectLst/>
                <a:uFillTx/>
                <a:latin typeface="Aptos"/>
              </a:rPr>
              <a:t>Third Outline Level</a:t>
            </a:r>
            <a:endParaRPr lang="en-US" sz="2000" b="0" u="none" strike="noStrike">
              <a:solidFill>
                <a:schemeClr val="dk1"/>
              </a:solidFill>
              <a:effectLst/>
              <a:uFillTx/>
              <a:latin typeface="Aptos"/>
            </a:endParaRPr>
          </a:p>
          <a:p>
            <a:pPr marL="1728000" lvl="3" indent="-216000" algn="l" defTabSz="914400">
              <a:lnSpc>
                <a:spcPct val="90000"/>
              </a:lnSpc>
              <a:spcBef>
                <a:spcPts val="499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lang="en-US" sz="1800" b="0" u="none" strike="noStrike">
                <a:solidFill>
                  <a:schemeClr val="dk1"/>
                </a:solidFill>
                <a:effectLst/>
                <a:uFillTx/>
                <a:latin typeface="Aptos"/>
              </a:rPr>
              <a:t>Fourth Outline Level</a:t>
            </a:r>
            <a:endParaRPr lang="en-US" sz="1800" b="0" u="none" strike="noStrike">
              <a:solidFill>
                <a:schemeClr val="dk1"/>
              </a:solidFill>
              <a:effectLst/>
              <a:uFillTx/>
              <a:latin typeface="Aptos"/>
            </a:endParaRPr>
          </a:p>
          <a:p>
            <a:pPr marL="2160000" lvl="4" indent="-216000" algn="l" defTabSz="914400">
              <a:lnSpc>
                <a:spcPct val="90000"/>
              </a:lnSpc>
              <a:spcBef>
                <a:spcPts val="499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1800" b="0" u="none" strike="noStrike">
                <a:solidFill>
                  <a:schemeClr val="dk1"/>
                </a:solidFill>
                <a:effectLst/>
                <a:uFillTx/>
                <a:latin typeface="Aptos"/>
              </a:rPr>
              <a:t>Fifth Outline Level</a:t>
            </a:r>
            <a:endParaRPr lang="en-US" sz="1800" b="0" u="none" strike="noStrike">
              <a:solidFill>
                <a:schemeClr val="dk1"/>
              </a:solidFill>
              <a:effectLst/>
              <a:uFillTx/>
              <a:latin typeface="Aptos"/>
            </a:endParaRPr>
          </a:p>
          <a:p>
            <a:pPr marL="2592000" lvl="5" indent="-216000" algn="l" defTabSz="914400">
              <a:lnSpc>
                <a:spcPct val="90000"/>
              </a:lnSpc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2000" b="0" u="none" strike="noStrike">
                <a:solidFill>
                  <a:schemeClr val="dk1"/>
                </a:solidFill>
                <a:effectLst/>
                <a:uFillTx/>
                <a:latin typeface="Aptos"/>
              </a:rPr>
              <a:t>Sixth Outline Level</a:t>
            </a:r>
            <a:endParaRPr lang="en-US" sz="2000" b="0" u="none" strike="noStrike">
              <a:solidFill>
                <a:schemeClr val="dk1"/>
              </a:solidFill>
              <a:effectLst/>
              <a:uFillTx/>
              <a:latin typeface="Aptos"/>
            </a:endParaRPr>
          </a:p>
          <a:p>
            <a:pPr marL="3024000" lvl="6" indent="-216000" algn="l" defTabSz="914400">
              <a:lnSpc>
                <a:spcPct val="90000"/>
              </a:lnSpc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2000" b="0" u="none" strike="noStrike">
                <a:solidFill>
                  <a:schemeClr val="dk1"/>
                </a:solidFill>
                <a:effectLst/>
                <a:uFillTx/>
                <a:latin typeface="Aptos"/>
              </a:rPr>
              <a:t>Seventh Outline Level</a:t>
            </a:r>
            <a:endParaRPr lang="en-US" sz="2000" b="0" u="none" strike="noStrike">
              <a:solidFill>
                <a:schemeClr val="dk1"/>
              </a:solidFill>
              <a:effectLst/>
              <a:uFillTx/>
              <a:latin typeface="Aptos"/>
            </a:endParaRPr>
          </a:p>
        </p:txBody>
      </p:sp>
    </p:spTree>
  </p:cSld>
</p:sldLayout>
</file>

<file path=ppt/slideLayouts/slideLayout9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blank" preserve="1">
  <p:cSld name="Blank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6" name="PlaceHolder 1"/>
          <p:cNvSpPr>
            <a:spLocks noGrp="1"/>
          </p:cNvSpPr>
          <p:nvPr>
            <p:ph type="dt" idx="25"/>
          </p:nvPr>
        </p:nvSpPr>
        <p:spPr>
          <a:xfrm>
            <a:off x="838080" y="6356520"/>
            <a:ext cx="2742840" cy="36468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ctr">
            <a:noAutofit/>
          </a:bodyPr>
          <a:lstStyle>
            <a:lvl1pPr indent="0" algn="l" defTabSz="914400">
              <a:lnSpc>
                <a:spcPct val="100000"/>
              </a:lnSpc>
              <a:buNone/>
              <a:defRPr lang="en-US" sz="1200" b="0" u="none" strike="noStrike">
                <a:solidFill>
                  <a:schemeClr val="dk1">
                    <a:tint val="82000"/>
                  </a:schemeClr>
                </a:solidFill>
                <a:effectLst/>
                <a:uFillTx/>
                <a:latin typeface="Aptos"/>
              </a:defRPr>
            </a:lvl1pPr>
          </a:lstStyle>
          <a:p>
            <a:pPr indent="0" algn="l" defTabSz="914400">
              <a:lnSpc>
                <a:spcPct val="100000"/>
              </a:lnSpc>
              <a:buNone/>
            </a:pPr>
            <a:r>
              <a:rPr lang="en-US" sz="1200" b="0" u="none" strike="noStrike">
                <a:solidFill>
                  <a:schemeClr val="dk1">
                    <a:tint val="82000"/>
                  </a:schemeClr>
                </a:solidFill>
                <a:effectLst/>
                <a:uFillTx/>
                <a:latin typeface="Aptos"/>
              </a:rPr>
              <a:t>&lt;date/time&gt;</a:t>
            </a:r>
            <a:endParaRPr lang="en-US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47" name="PlaceHolder 2"/>
          <p:cNvSpPr>
            <a:spLocks noGrp="1"/>
          </p:cNvSpPr>
          <p:nvPr>
            <p:ph type="ftr" idx="26"/>
          </p:nvPr>
        </p:nvSpPr>
        <p:spPr>
          <a:xfrm>
            <a:off x="4038480" y="6356520"/>
            <a:ext cx="4114440" cy="36468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ctr">
            <a:noAutofit/>
          </a:bodyPr>
          <a:lstStyle>
            <a:lvl1pPr indent="0" algn="ctr">
              <a:buNone/>
              <a:defRPr lang="en-US" sz="1400" b="0" u="none" strike="noStrike">
                <a:solidFill>
                  <a:srgbClr val="000000"/>
                </a:solidFill>
                <a:effectLst/>
                <a:uFillTx/>
                <a:latin typeface="Times New Roman"/>
              </a:defRPr>
            </a:lvl1pPr>
          </a:lstStyle>
          <a:p>
            <a:pPr indent="0" algn="ctr">
              <a:buNone/>
            </a:pPr>
            <a:r>
              <a:rPr lang="en-US" sz="1400" b="0" u="none" strike="noStrike">
                <a:solidFill>
                  <a:srgbClr val="000000"/>
                </a:solidFill>
                <a:effectLst/>
                <a:uFillTx/>
                <a:latin typeface="Times New Roman"/>
              </a:rPr>
              <a:t>&lt;footer&gt;</a:t>
            </a:r>
            <a:endParaRPr lang="en-US" sz="1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48" name="PlaceHolder 3"/>
          <p:cNvSpPr>
            <a:spLocks noGrp="1"/>
          </p:cNvSpPr>
          <p:nvPr>
            <p:ph type="sldNum" idx="27"/>
          </p:nvPr>
        </p:nvSpPr>
        <p:spPr>
          <a:xfrm>
            <a:off x="8610480" y="6356520"/>
            <a:ext cx="2742840" cy="36468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ctr">
            <a:noAutofit/>
          </a:bodyPr>
          <a:lstStyle>
            <a:lvl1pPr indent="0" algn="r" defTabSz="914400">
              <a:lnSpc>
                <a:spcPct val="100000"/>
              </a:lnSpc>
              <a:buNone/>
              <a:defRPr lang="en-US" sz="1200" b="0" u="none" strike="noStrike">
                <a:solidFill>
                  <a:schemeClr val="dk1">
                    <a:tint val="82000"/>
                  </a:schemeClr>
                </a:solidFill>
                <a:effectLst/>
                <a:uFillTx/>
                <a:latin typeface="Aptos"/>
              </a:defRPr>
            </a:lvl1pPr>
          </a:lstStyle>
          <a:p>
            <a:pPr indent="0" algn="r" defTabSz="914400">
              <a:lnSpc>
                <a:spcPct val="100000"/>
              </a:lnSpc>
              <a:buNone/>
            </a:pPr>
            <a:fld id="{0F777850-EF6A-480D-B55C-F53BA984BE34}" type="slidenum">
              <a:rPr lang="en-US" sz="1200" b="0" u="none" strike="noStrike">
                <a:solidFill>
                  <a:schemeClr val="dk1">
                    <a:tint val="82000"/>
                  </a:schemeClr>
                </a:solidFill>
                <a:effectLst/>
                <a:uFillTx/>
                <a:latin typeface="Aptos"/>
              </a:rPr>
              <a:t>&lt;number&gt;</a:t>
            </a:fld>
            <a:endParaRPr lang="en-US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</p:sldLayout>
</file>

<file path=ppt/slideLayouts/slideLayout10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blank" preserve="1">
  <p:cSld name="Content with Caption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9" name="PlaceHolder 1"/>
          <p:cNvSpPr>
            <a:spLocks noGrp="1"/>
          </p:cNvSpPr>
          <p:nvPr>
            <p:ph type="title"/>
          </p:nvPr>
        </p:nvSpPr>
        <p:spPr>
          <a:xfrm>
            <a:off x="839880" y="457200"/>
            <a:ext cx="3931920" cy="159984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b">
            <a:noAutofit/>
          </a:bodyPr>
          <a:lstStyle>
            <a:lvl1pPr indent="0" algn="l" defTabSz="914400">
              <a:lnSpc>
                <a:spcPct val="90000"/>
              </a:lnSpc>
              <a:buNone/>
              <a:defRPr lang="en-US" sz="3200" b="0" u="none" strike="noStrike">
                <a:solidFill>
                  <a:schemeClr val="dk1"/>
                </a:solidFill>
                <a:effectLst/>
                <a:uFillTx/>
                <a:latin typeface="Aptos Display"/>
              </a:defRPr>
            </a:lvl1pPr>
          </a:lstStyle>
          <a:p>
            <a:pPr indent="0" algn="l" defTabSz="914400">
              <a:lnSpc>
                <a:spcPct val="90000"/>
              </a:lnSpc>
              <a:buNone/>
            </a:pPr>
            <a:r>
              <a:rPr lang="en-US" sz="3200" b="0" u="none" strike="noStrike">
                <a:solidFill>
                  <a:schemeClr val="dk1"/>
                </a:solidFill>
                <a:effectLst/>
                <a:uFillTx/>
                <a:latin typeface="Aptos Display"/>
              </a:rPr>
              <a:t>Click to </a:t>
            </a:r>
            <a:r>
              <a:rPr lang="en-US" sz="3200" b="0" u="none" strike="noStrike">
                <a:solidFill>
                  <a:schemeClr val="dk1"/>
                </a:solidFill>
                <a:effectLst/>
                <a:uFillTx/>
                <a:latin typeface="Aptos Display"/>
              </a:rPr>
              <a:t>edit </a:t>
            </a:r>
            <a:r>
              <a:rPr lang="en-US" sz="3200" b="0" u="none" strike="noStrike">
                <a:solidFill>
                  <a:schemeClr val="dk1"/>
                </a:solidFill>
                <a:effectLst/>
                <a:uFillTx/>
                <a:latin typeface="Aptos Display"/>
              </a:rPr>
              <a:t>Master </a:t>
            </a:r>
            <a:r>
              <a:rPr lang="en-US" sz="3200" b="0" u="none" strike="noStrike">
                <a:solidFill>
                  <a:schemeClr val="dk1"/>
                </a:solidFill>
                <a:effectLst/>
                <a:uFillTx/>
                <a:latin typeface="Aptos Display"/>
              </a:rPr>
              <a:t>title style</a:t>
            </a:r>
            <a:endParaRPr lang="en-US" sz="3200" b="0" u="none" strike="noStrike">
              <a:solidFill>
                <a:schemeClr val="dk1"/>
              </a:solidFill>
              <a:effectLst/>
              <a:uFillTx/>
              <a:latin typeface="Aptos Display"/>
            </a:endParaRPr>
          </a:p>
        </p:txBody>
      </p:sp>
      <p:sp>
        <p:nvSpPr>
          <p:cNvPr id="50" name="PlaceHolder 2"/>
          <p:cNvSpPr>
            <a:spLocks noGrp="1"/>
          </p:cNvSpPr>
          <p:nvPr>
            <p:ph type="body"/>
          </p:nvPr>
        </p:nvSpPr>
        <p:spPr>
          <a:xfrm>
            <a:off x="5183280" y="987480"/>
            <a:ext cx="6171840" cy="487332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t">
            <a:noAutofit/>
          </a:bodyPr>
          <a:lstStyle>
            <a:lvl1pPr algn="l" defTabSz="914400">
              <a:lnSpc>
                <a:spcPct val="90000"/>
              </a:lnSpc>
              <a:spcBef>
                <a:spcPts val="1001"/>
              </a:spcBef>
              <a:buClr>
                <a:srgbClr val="000000"/>
              </a:buClr>
              <a:buFont typeface="Arial"/>
              <a:buChar char="•"/>
              <a:defRPr lang="en-US" sz="3200" b="0" u="none" strike="noStrike">
                <a:solidFill>
                  <a:schemeClr val="dk1"/>
                </a:solidFill>
                <a:effectLst/>
                <a:uFillTx/>
                <a:latin typeface="Aptos"/>
              </a:defRPr>
            </a:lvl1pPr>
            <a:lvl2pPr lvl="1" algn="l" defTabSz="914400">
              <a:lnSpc>
                <a:spcPct val="90000"/>
              </a:lnSpc>
              <a:spcBef>
                <a:spcPts val="499"/>
              </a:spcBef>
              <a:buClr>
                <a:srgbClr val="000000"/>
              </a:buClr>
              <a:buFont typeface="Arial"/>
              <a:buChar char="•"/>
              <a:defRPr lang="en-US" sz="2800" b="0" u="none" strike="noStrike">
                <a:solidFill>
                  <a:schemeClr val="dk1"/>
                </a:solidFill>
                <a:effectLst/>
                <a:uFillTx/>
                <a:latin typeface="Aptos"/>
              </a:defRPr>
            </a:lvl2pPr>
            <a:lvl3pPr lvl="2" algn="l" defTabSz="914400">
              <a:lnSpc>
                <a:spcPct val="90000"/>
              </a:lnSpc>
              <a:spcBef>
                <a:spcPts val="499"/>
              </a:spcBef>
              <a:buClr>
                <a:srgbClr val="000000"/>
              </a:buClr>
              <a:buFont typeface="Arial"/>
              <a:buChar char="•"/>
              <a:defRPr lang="en-US" sz="2400" b="0" u="none" strike="noStrike">
                <a:solidFill>
                  <a:schemeClr val="dk1"/>
                </a:solidFill>
                <a:effectLst/>
                <a:uFillTx/>
                <a:latin typeface="Aptos"/>
              </a:defRPr>
            </a:lvl3pPr>
            <a:lvl4pPr lvl="3" algn="l" defTabSz="914400">
              <a:lnSpc>
                <a:spcPct val="90000"/>
              </a:lnSpc>
              <a:spcBef>
                <a:spcPts val="499"/>
              </a:spcBef>
              <a:buClr>
                <a:srgbClr val="000000"/>
              </a:buClr>
              <a:buFont typeface="Arial"/>
              <a:buChar char="•"/>
              <a:defRPr lang="en-US" sz="2000" b="0" u="none" strike="noStrike">
                <a:solidFill>
                  <a:schemeClr val="dk1"/>
                </a:solidFill>
                <a:effectLst/>
                <a:uFillTx/>
                <a:latin typeface="Aptos"/>
              </a:defRPr>
            </a:lvl4pPr>
            <a:lvl5pPr lvl="4" algn="l" defTabSz="914400">
              <a:lnSpc>
                <a:spcPct val="90000"/>
              </a:lnSpc>
              <a:spcBef>
                <a:spcPts val="499"/>
              </a:spcBef>
              <a:buClr>
                <a:srgbClr val="000000"/>
              </a:buClr>
              <a:buFont typeface="Arial"/>
              <a:buChar char="•"/>
              <a:defRPr lang="en-US" sz="2000" b="0" u="none" strike="noStrike">
                <a:solidFill>
                  <a:schemeClr val="dk1"/>
                </a:solidFill>
                <a:effectLst/>
                <a:uFillTx/>
                <a:latin typeface="Aptos"/>
              </a:defRPr>
            </a:lvl5pPr>
          </a:lstStyle>
          <a:p>
            <a:pPr marL="228600" indent="-228600" algn="l" defTabSz="914400">
              <a:lnSpc>
                <a:spcPct val="90000"/>
              </a:lnSpc>
              <a:spcBef>
                <a:spcPts val="1001"/>
              </a:spcBef>
              <a:buClr>
                <a:srgbClr val="000000"/>
              </a:buClr>
              <a:buFont typeface="Arial"/>
              <a:buChar char="•"/>
            </a:pPr>
            <a:r>
              <a:rPr lang="en-US" sz="3200" b="0" u="none" strike="noStrike">
                <a:solidFill>
                  <a:schemeClr val="dk1"/>
                </a:solidFill>
                <a:effectLst/>
                <a:uFillTx/>
                <a:latin typeface="Aptos"/>
              </a:rPr>
              <a:t>Click to edit Master text styles</a:t>
            </a:r>
            <a:endParaRPr lang="en-US" sz="3200" b="0" u="none" strike="noStrike">
              <a:solidFill>
                <a:schemeClr val="dk1"/>
              </a:solidFill>
              <a:effectLst/>
              <a:uFillTx/>
              <a:latin typeface="Aptos"/>
            </a:endParaRPr>
          </a:p>
          <a:p>
            <a:pPr marL="685800" lvl="1" indent="-228600" algn="l" defTabSz="914400">
              <a:lnSpc>
                <a:spcPct val="90000"/>
              </a:lnSpc>
              <a:spcBef>
                <a:spcPts val="499"/>
              </a:spcBef>
              <a:buClr>
                <a:srgbClr val="000000"/>
              </a:buClr>
              <a:buFont typeface="Arial"/>
              <a:buChar char="•"/>
            </a:pPr>
            <a:r>
              <a:rPr lang="en-US" sz="2800" b="0" u="none" strike="noStrike">
                <a:solidFill>
                  <a:schemeClr val="dk1"/>
                </a:solidFill>
                <a:effectLst/>
                <a:uFillTx/>
                <a:latin typeface="Aptos"/>
              </a:rPr>
              <a:t>Second level</a:t>
            </a:r>
            <a:endParaRPr lang="en-US" sz="2800" b="0" u="none" strike="noStrike">
              <a:solidFill>
                <a:schemeClr val="dk1"/>
              </a:solidFill>
              <a:effectLst/>
              <a:uFillTx/>
              <a:latin typeface="Aptos"/>
            </a:endParaRPr>
          </a:p>
          <a:p>
            <a:pPr marL="1143000" lvl="2" indent="-228600" algn="l" defTabSz="914400">
              <a:lnSpc>
                <a:spcPct val="90000"/>
              </a:lnSpc>
              <a:spcBef>
                <a:spcPts val="499"/>
              </a:spcBef>
              <a:buClr>
                <a:srgbClr val="000000"/>
              </a:buClr>
              <a:buFont typeface="Arial"/>
              <a:buChar char="•"/>
            </a:pPr>
            <a:r>
              <a:rPr lang="en-US" sz="2400" b="0" u="none" strike="noStrike">
                <a:solidFill>
                  <a:schemeClr val="dk1"/>
                </a:solidFill>
                <a:effectLst/>
                <a:uFillTx/>
                <a:latin typeface="Aptos"/>
              </a:rPr>
              <a:t>Third level</a:t>
            </a:r>
            <a:endParaRPr lang="en-US" sz="2400" b="0" u="none" strike="noStrike">
              <a:solidFill>
                <a:schemeClr val="dk1"/>
              </a:solidFill>
              <a:effectLst/>
              <a:uFillTx/>
              <a:latin typeface="Aptos"/>
            </a:endParaRPr>
          </a:p>
          <a:p>
            <a:pPr marL="1600200" lvl="3" indent="-228600" algn="l" defTabSz="914400">
              <a:lnSpc>
                <a:spcPct val="90000"/>
              </a:lnSpc>
              <a:spcBef>
                <a:spcPts val="499"/>
              </a:spcBef>
              <a:buClr>
                <a:srgbClr val="000000"/>
              </a:buClr>
              <a:buFont typeface="Arial"/>
              <a:buChar char="•"/>
            </a:pPr>
            <a:r>
              <a:rPr lang="en-US" sz="2000" b="0" u="none" strike="noStrike">
                <a:solidFill>
                  <a:schemeClr val="dk1"/>
                </a:solidFill>
                <a:effectLst/>
                <a:uFillTx/>
                <a:latin typeface="Aptos"/>
              </a:rPr>
              <a:t>Fourth level</a:t>
            </a:r>
            <a:endParaRPr lang="en-US" sz="2000" b="0" u="none" strike="noStrike">
              <a:solidFill>
                <a:schemeClr val="dk1"/>
              </a:solidFill>
              <a:effectLst/>
              <a:uFillTx/>
              <a:latin typeface="Aptos"/>
            </a:endParaRPr>
          </a:p>
          <a:p>
            <a:pPr marL="2057400" lvl="4" indent="-228600" algn="l" defTabSz="914400">
              <a:lnSpc>
                <a:spcPct val="90000"/>
              </a:lnSpc>
              <a:spcBef>
                <a:spcPts val="499"/>
              </a:spcBef>
              <a:buClr>
                <a:srgbClr val="000000"/>
              </a:buClr>
              <a:buFont typeface="Arial"/>
              <a:buChar char="•"/>
            </a:pPr>
            <a:r>
              <a:rPr lang="en-US" sz="2000" b="0" u="none" strike="noStrike">
                <a:solidFill>
                  <a:schemeClr val="dk1"/>
                </a:solidFill>
                <a:effectLst/>
                <a:uFillTx/>
                <a:latin typeface="Aptos"/>
              </a:rPr>
              <a:t>Fifth level</a:t>
            </a:r>
            <a:endParaRPr lang="en-US" sz="2000" b="0" u="none" strike="noStrike">
              <a:solidFill>
                <a:schemeClr val="dk1"/>
              </a:solidFill>
              <a:effectLst/>
              <a:uFillTx/>
              <a:latin typeface="Aptos"/>
            </a:endParaRPr>
          </a:p>
        </p:txBody>
      </p:sp>
      <p:sp>
        <p:nvSpPr>
          <p:cNvPr id="51" name="PlaceHolder 3"/>
          <p:cNvSpPr>
            <a:spLocks noGrp="1"/>
          </p:cNvSpPr>
          <p:nvPr>
            <p:ph type="body"/>
          </p:nvPr>
        </p:nvSpPr>
        <p:spPr>
          <a:xfrm>
            <a:off x="839880" y="2057400"/>
            <a:ext cx="3931920" cy="381132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t">
            <a:noAutofit/>
          </a:bodyPr>
          <a:lstStyle>
            <a:lvl1pPr indent="0" algn="l" defTabSz="914400">
              <a:lnSpc>
                <a:spcPct val="90000"/>
              </a:lnSpc>
              <a:spcBef>
                <a:spcPts val="1001"/>
              </a:spcBef>
              <a:buNone/>
              <a:tabLst>
                <a:tab pos="0" algn="l"/>
              </a:tabLst>
              <a:defRPr lang="en-US" sz="1600" b="0" u="none" strike="noStrike">
                <a:solidFill>
                  <a:schemeClr val="dk1"/>
                </a:solidFill>
                <a:effectLst/>
                <a:uFillTx/>
                <a:latin typeface="Aptos"/>
              </a:defRPr>
            </a:lvl1pPr>
          </a:lstStyle>
          <a:p>
            <a:pPr indent="0" algn="l" defTabSz="914400">
              <a:lnSpc>
                <a:spcPct val="90000"/>
              </a:lnSpc>
              <a:spcBef>
                <a:spcPts val="1001"/>
              </a:spcBef>
              <a:buNone/>
              <a:tabLst>
                <a:tab pos="0" algn="l"/>
              </a:tabLst>
            </a:pPr>
            <a:r>
              <a:rPr lang="en-US" sz="1600" b="0" u="none" strike="noStrike">
                <a:solidFill>
                  <a:schemeClr val="dk1"/>
                </a:solidFill>
                <a:effectLst/>
                <a:uFillTx/>
                <a:latin typeface="Aptos"/>
              </a:rPr>
              <a:t>Click to edit Master text styles</a:t>
            </a:r>
            <a:endParaRPr lang="en-US" sz="1600" b="0" u="none" strike="noStrike">
              <a:solidFill>
                <a:schemeClr val="dk1"/>
              </a:solidFill>
              <a:effectLst/>
              <a:uFillTx/>
              <a:latin typeface="Aptos"/>
            </a:endParaRPr>
          </a:p>
        </p:txBody>
      </p:sp>
      <p:sp>
        <p:nvSpPr>
          <p:cNvPr id="52" name="PlaceHolder 4"/>
          <p:cNvSpPr>
            <a:spLocks noGrp="1"/>
          </p:cNvSpPr>
          <p:nvPr>
            <p:ph type="dt" idx="28"/>
          </p:nvPr>
        </p:nvSpPr>
        <p:spPr>
          <a:xfrm>
            <a:off x="838080" y="6356520"/>
            <a:ext cx="2742840" cy="36468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ctr">
            <a:noAutofit/>
          </a:bodyPr>
          <a:lstStyle>
            <a:lvl1pPr indent="0" algn="l" defTabSz="914400">
              <a:lnSpc>
                <a:spcPct val="100000"/>
              </a:lnSpc>
              <a:buNone/>
              <a:defRPr lang="en-US" sz="1200" b="0" u="none" strike="noStrike">
                <a:solidFill>
                  <a:schemeClr val="dk1">
                    <a:tint val="82000"/>
                  </a:schemeClr>
                </a:solidFill>
                <a:effectLst/>
                <a:uFillTx/>
                <a:latin typeface="Aptos"/>
              </a:defRPr>
            </a:lvl1pPr>
          </a:lstStyle>
          <a:p>
            <a:pPr indent="0" algn="l" defTabSz="914400">
              <a:lnSpc>
                <a:spcPct val="100000"/>
              </a:lnSpc>
              <a:buNone/>
            </a:pPr>
            <a:r>
              <a:rPr lang="en-US" sz="1200" b="0" u="none" strike="noStrike">
                <a:solidFill>
                  <a:schemeClr val="dk1">
                    <a:tint val="82000"/>
                  </a:schemeClr>
                </a:solidFill>
                <a:effectLst/>
                <a:uFillTx/>
                <a:latin typeface="Aptos"/>
              </a:rPr>
              <a:t>&lt;date/time&gt;</a:t>
            </a:r>
            <a:endParaRPr lang="en-US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53" name="PlaceHolder 5"/>
          <p:cNvSpPr>
            <a:spLocks noGrp="1"/>
          </p:cNvSpPr>
          <p:nvPr>
            <p:ph type="ftr" idx="29"/>
          </p:nvPr>
        </p:nvSpPr>
        <p:spPr>
          <a:xfrm>
            <a:off x="4038480" y="6356520"/>
            <a:ext cx="4114440" cy="36468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ctr">
            <a:noAutofit/>
          </a:bodyPr>
          <a:lstStyle>
            <a:lvl1pPr indent="0" algn="ctr">
              <a:buNone/>
              <a:defRPr lang="en-US" sz="1400" b="0" u="none" strike="noStrike">
                <a:solidFill>
                  <a:srgbClr val="000000"/>
                </a:solidFill>
                <a:effectLst/>
                <a:uFillTx/>
                <a:latin typeface="Times New Roman"/>
              </a:defRPr>
            </a:lvl1pPr>
          </a:lstStyle>
          <a:p>
            <a:pPr indent="0" algn="ctr">
              <a:buNone/>
            </a:pPr>
            <a:r>
              <a:rPr lang="en-US" sz="1400" b="0" u="none" strike="noStrike">
                <a:solidFill>
                  <a:srgbClr val="000000"/>
                </a:solidFill>
                <a:effectLst/>
                <a:uFillTx/>
                <a:latin typeface="Times New Roman"/>
              </a:rPr>
              <a:t>&lt;footer&gt;</a:t>
            </a:r>
            <a:endParaRPr lang="en-US" sz="1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54" name="PlaceHolder 6"/>
          <p:cNvSpPr>
            <a:spLocks noGrp="1"/>
          </p:cNvSpPr>
          <p:nvPr>
            <p:ph type="sldNum" idx="30"/>
          </p:nvPr>
        </p:nvSpPr>
        <p:spPr>
          <a:xfrm>
            <a:off x="8610480" y="6356520"/>
            <a:ext cx="2742840" cy="36468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ctr">
            <a:noAutofit/>
          </a:bodyPr>
          <a:lstStyle>
            <a:lvl1pPr indent="0" algn="r" defTabSz="914400">
              <a:lnSpc>
                <a:spcPct val="100000"/>
              </a:lnSpc>
              <a:buNone/>
              <a:defRPr lang="en-US" sz="1200" b="0" u="none" strike="noStrike">
                <a:solidFill>
                  <a:schemeClr val="dk1">
                    <a:tint val="82000"/>
                  </a:schemeClr>
                </a:solidFill>
                <a:effectLst/>
                <a:uFillTx/>
                <a:latin typeface="Aptos"/>
              </a:defRPr>
            </a:lvl1pPr>
          </a:lstStyle>
          <a:p>
            <a:pPr indent="0" algn="r" defTabSz="914400">
              <a:lnSpc>
                <a:spcPct val="100000"/>
              </a:lnSpc>
              <a:buNone/>
            </a:pPr>
            <a:fld id="{09F1F965-296B-4E7C-A8AF-123D50586641}" type="slidenum">
              <a:rPr lang="en-US" sz="1200" b="0" u="none" strike="noStrike">
                <a:solidFill>
                  <a:schemeClr val="dk1">
                    <a:tint val="82000"/>
                  </a:schemeClr>
                </a:solidFill>
                <a:effectLst/>
                <a:uFillTx/>
                <a:latin typeface="Aptos"/>
              </a:rPr>
              <a:t>&lt;number&gt;</a:t>
            </a:fld>
            <a:endParaRPr lang="en-US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</p:sldLayout>
</file>

<file path=ppt/slideLayouts/slideLayout11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blank" preserve="1">
  <p:cSld name="Picture with Caption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5" name="PlaceHolder 1"/>
          <p:cNvSpPr>
            <a:spLocks noGrp="1"/>
          </p:cNvSpPr>
          <p:nvPr>
            <p:ph type="title"/>
          </p:nvPr>
        </p:nvSpPr>
        <p:spPr>
          <a:xfrm>
            <a:off x="839880" y="457200"/>
            <a:ext cx="3931920" cy="159984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b">
            <a:noAutofit/>
          </a:bodyPr>
          <a:lstStyle>
            <a:lvl1pPr indent="0" algn="l" defTabSz="914400">
              <a:lnSpc>
                <a:spcPct val="90000"/>
              </a:lnSpc>
              <a:buNone/>
              <a:defRPr lang="en-US" sz="3200" b="0" u="none" strike="noStrike">
                <a:solidFill>
                  <a:schemeClr val="dk1"/>
                </a:solidFill>
                <a:effectLst/>
                <a:uFillTx/>
                <a:latin typeface="Aptos Display"/>
              </a:defRPr>
            </a:lvl1pPr>
          </a:lstStyle>
          <a:p>
            <a:pPr indent="0" algn="l" defTabSz="914400">
              <a:lnSpc>
                <a:spcPct val="90000"/>
              </a:lnSpc>
              <a:buNone/>
            </a:pPr>
            <a:r>
              <a:rPr lang="en-US" sz="3200" b="0" u="none" strike="noStrike">
                <a:solidFill>
                  <a:schemeClr val="dk1"/>
                </a:solidFill>
                <a:effectLst/>
                <a:uFillTx/>
                <a:latin typeface="Aptos Display"/>
              </a:rPr>
              <a:t>Click to </a:t>
            </a:r>
            <a:r>
              <a:rPr lang="en-US" sz="3200" b="0" u="none" strike="noStrike">
                <a:solidFill>
                  <a:schemeClr val="dk1"/>
                </a:solidFill>
                <a:effectLst/>
                <a:uFillTx/>
                <a:latin typeface="Aptos Display"/>
              </a:rPr>
              <a:t>edit </a:t>
            </a:r>
            <a:r>
              <a:rPr lang="en-US" sz="3200" b="0" u="none" strike="noStrike">
                <a:solidFill>
                  <a:schemeClr val="dk1"/>
                </a:solidFill>
                <a:effectLst/>
                <a:uFillTx/>
                <a:latin typeface="Aptos Display"/>
              </a:rPr>
              <a:t>Master </a:t>
            </a:r>
            <a:r>
              <a:rPr lang="en-US" sz="3200" b="0" u="none" strike="noStrike">
                <a:solidFill>
                  <a:schemeClr val="dk1"/>
                </a:solidFill>
                <a:effectLst/>
                <a:uFillTx/>
                <a:latin typeface="Aptos Display"/>
              </a:rPr>
              <a:t>title style</a:t>
            </a:r>
            <a:endParaRPr lang="en-US" sz="3200" b="0" u="none" strike="noStrike">
              <a:solidFill>
                <a:schemeClr val="dk1"/>
              </a:solidFill>
              <a:effectLst/>
              <a:uFillTx/>
              <a:latin typeface="Aptos Display"/>
            </a:endParaRPr>
          </a:p>
        </p:txBody>
      </p:sp>
      <p:sp>
        <p:nvSpPr>
          <p:cNvPr id="56" name="PlaceHolder 2"/>
          <p:cNvSpPr>
            <a:spLocks noGrp="1"/>
          </p:cNvSpPr>
          <p:nvPr>
            <p:ph type="body"/>
          </p:nvPr>
        </p:nvSpPr>
        <p:spPr>
          <a:xfrm>
            <a:off x="5183280" y="987480"/>
            <a:ext cx="6171840" cy="4873320"/>
          </a:xfrm>
          <a:prstGeom prst="rect">
            <a:avLst/>
          </a:prstGeom>
          <a:noFill/>
          <a:ln w="0">
            <a:noFill/>
          </a:ln>
        </p:spPr>
        <p:txBody>
          <a:bodyPr lIns="90000" tIns="45000" rIns="90000" bIns="45000" anchor="t">
            <a:noAutofit/>
          </a:bodyPr>
          <a:lstStyle>
            <a:lvl1pPr indent="0" algn="l" defTabSz="914400">
              <a:lnSpc>
                <a:spcPct val="100000"/>
              </a:lnSpc>
              <a:buNone/>
              <a:tabLst>
                <a:tab pos="0" algn="l"/>
              </a:tabLst>
              <a:defRPr lang="en-US" sz="3200" b="0" u="none" strike="noStrike">
                <a:solidFill>
                  <a:schemeClr val="dk1"/>
                </a:solidFill>
                <a:effectLst/>
                <a:uFillTx/>
                <a:latin typeface="Aptos"/>
              </a:defRPr>
            </a:lvl1pPr>
          </a:lstStyle>
          <a:p>
            <a:pPr indent="0" algn="l" defTabSz="914400">
              <a:lnSpc>
                <a:spcPct val="100000"/>
              </a:lnSpc>
              <a:buNone/>
              <a:tabLst>
                <a:tab pos="0" algn="l"/>
              </a:tabLst>
            </a:pPr>
            <a:r>
              <a:rPr lang="en-US" sz="3200" b="0" u="none" strike="noStrike">
                <a:solidFill>
                  <a:schemeClr val="dk1"/>
                </a:solidFill>
                <a:effectLst/>
                <a:uFillTx/>
                <a:latin typeface="Aptos"/>
              </a:rPr>
              <a:t>Click icon to add picture</a:t>
            </a:r>
            <a:endParaRPr lang="en-US" sz="3200" b="0" u="none" strike="noStrike">
              <a:solidFill>
                <a:schemeClr val="dk1"/>
              </a:solidFill>
              <a:effectLst/>
              <a:uFillTx/>
              <a:latin typeface="Aptos"/>
            </a:endParaRPr>
          </a:p>
        </p:txBody>
      </p:sp>
      <p:sp>
        <p:nvSpPr>
          <p:cNvPr id="57" name="PlaceHolder 3"/>
          <p:cNvSpPr>
            <a:spLocks noGrp="1"/>
          </p:cNvSpPr>
          <p:nvPr>
            <p:ph type="body"/>
          </p:nvPr>
        </p:nvSpPr>
        <p:spPr>
          <a:xfrm>
            <a:off x="839880" y="2057400"/>
            <a:ext cx="3931920" cy="381132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t">
            <a:noAutofit/>
          </a:bodyPr>
          <a:lstStyle>
            <a:lvl1pPr indent="0" algn="l" defTabSz="914400">
              <a:lnSpc>
                <a:spcPct val="90000"/>
              </a:lnSpc>
              <a:spcBef>
                <a:spcPts val="1001"/>
              </a:spcBef>
              <a:buNone/>
              <a:tabLst>
                <a:tab pos="0" algn="l"/>
              </a:tabLst>
              <a:defRPr lang="en-US" sz="1600" b="0" u="none" strike="noStrike">
                <a:solidFill>
                  <a:schemeClr val="dk1"/>
                </a:solidFill>
                <a:effectLst/>
                <a:uFillTx/>
                <a:latin typeface="Aptos"/>
              </a:defRPr>
            </a:lvl1pPr>
          </a:lstStyle>
          <a:p>
            <a:pPr indent="0" algn="l" defTabSz="914400">
              <a:lnSpc>
                <a:spcPct val="90000"/>
              </a:lnSpc>
              <a:spcBef>
                <a:spcPts val="1001"/>
              </a:spcBef>
              <a:buNone/>
              <a:tabLst>
                <a:tab pos="0" algn="l"/>
              </a:tabLst>
            </a:pPr>
            <a:r>
              <a:rPr lang="en-US" sz="1600" b="0" u="none" strike="noStrike">
                <a:solidFill>
                  <a:schemeClr val="dk1"/>
                </a:solidFill>
                <a:effectLst/>
                <a:uFillTx/>
                <a:latin typeface="Aptos"/>
              </a:rPr>
              <a:t>Click to edit Master text styles</a:t>
            </a:r>
            <a:endParaRPr lang="en-US" sz="1600" b="0" u="none" strike="noStrike">
              <a:solidFill>
                <a:schemeClr val="dk1"/>
              </a:solidFill>
              <a:effectLst/>
              <a:uFillTx/>
              <a:latin typeface="Aptos"/>
            </a:endParaRPr>
          </a:p>
        </p:txBody>
      </p:sp>
      <p:sp>
        <p:nvSpPr>
          <p:cNvPr id="58" name="PlaceHolder 4"/>
          <p:cNvSpPr>
            <a:spLocks noGrp="1"/>
          </p:cNvSpPr>
          <p:nvPr>
            <p:ph type="dt" idx="31"/>
          </p:nvPr>
        </p:nvSpPr>
        <p:spPr>
          <a:xfrm>
            <a:off x="838080" y="6356520"/>
            <a:ext cx="2742840" cy="36468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ctr">
            <a:noAutofit/>
          </a:bodyPr>
          <a:lstStyle>
            <a:lvl1pPr indent="0" algn="l" defTabSz="914400">
              <a:lnSpc>
                <a:spcPct val="100000"/>
              </a:lnSpc>
              <a:buNone/>
              <a:defRPr lang="en-US" sz="1200" b="0" u="none" strike="noStrike">
                <a:solidFill>
                  <a:schemeClr val="dk1">
                    <a:tint val="82000"/>
                  </a:schemeClr>
                </a:solidFill>
                <a:effectLst/>
                <a:uFillTx/>
                <a:latin typeface="Aptos"/>
              </a:defRPr>
            </a:lvl1pPr>
          </a:lstStyle>
          <a:p>
            <a:pPr indent="0" algn="l" defTabSz="914400">
              <a:lnSpc>
                <a:spcPct val="100000"/>
              </a:lnSpc>
              <a:buNone/>
            </a:pPr>
            <a:r>
              <a:rPr lang="en-US" sz="1200" b="0" u="none" strike="noStrike">
                <a:solidFill>
                  <a:schemeClr val="dk1">
                    <a:tint val="82000"/>
                  </a:schemeClr>
                </a:solidFill>
                <a:effectLst/>
                <a:uFillTx/>
                <a:latin typeface="Aptos"/>
              </a:rPr>
              <a:t>&lt;date/time&gt;</a:t>
            </a:r>
            <a:endParaRPr lang="en-US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59" name="PlaceHolder 5"/>
          <p:cNvSpPr>
            <a:spLocks noGrp="1"/>
          </p:cNvSpPr>
          <p:nvPr>
            <p:ph type="ftr" idx="32"/>
          </p:nvPr>
        </p:nvSpPr>
        <p:spPr>
          <a:xfrm>
            <a:off x="4038480" y="6356520"/>
            <a:ext cx="4114440" cy="36468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ctr">
            <a:noAutofit/>
          </a:bodyPr>
          <a:lstStyle>
            <a:lvl1pPr indent="0" algn="ctr">
              <a:buNone/>
              <a:defRPr lang="en-US" sz="1400" b="0" u="none" strike="noStrike">
                <a:solidFill>
                  <a:srgbClr val="000000"/>
                </a:solidFill>
                <a:effectLst/>
                <a:uFillTx/>
                <a:latin typeface="Times New Roman"/>
              </a:defRPr>
            </a:lvl1pPr>
          </a:lstStyle>
          <a:p>
            <a:pPr indent="0" algn="ctr">
              <a:buNone/>
            </a:pPr>
            <a:r>
              <a:rPr lang="en-US" sz="1400" b="0" u="none" strike="noStrike">
                <a:solidFill>
                  <a:srgbClr val="000000"/>
                </a:solidFill>
                <a:effectLst/>
                <a:uFillTx/>
                <a:latin typeface="Times New Roman"/>
              </a:rPr>
              <a:t>&lt;footer&gt;</a:t>
            </a:r>
            <a:endParaRPr lang="en-US" sz="1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60" name="PlaceHolder 6"/>
          <p:cNvSpPr>
            <a:spLocks noGrp="1"/>
          </p:cNvSpPr>
          <p:nvPr>
            <p:ph type="sldNum" idx="33"/>
          </p:nvPr>
        </p:nvSpPr>
        <p:spPr>
          <a:xfrm>
            <a:off x="8610480" y="6356520"/>
            <a:ext cx="2742840" cy="36468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ctr">
            <a:noAutofit/>
          </a:bodyPr>
          <a:lstStyle>
            <a:lvl1pPr indent="0" algn="r" defTabSz="914400">
              <a:lnSpc>
                <a:spcPct val="100000"/>
              </a:lnSpc>
              <a:buNone/>
              <a:defRPr lang="en-US" sz="1200" b="0" u="none" strike="noStrike">
                <a:solidFill>
                  <a:schemeClr val="dk1">
                    <a:tint val="82000"/>
                  </a:schemeClr>
                </a:solidFill>
                <a:effectLst/>
                <a:uFillTx/>
                <a:latin typeface="Aptos"/>
              </a:defRPr>
            </a:lvl1pPr>
          </a:lstStyle>
          <a:p>
            <a:pPr indent="0" algn="r" defTabSz="914400">
              <a:lnSpc>
                <a:spcPct val="100000"/>
              </a:lnSpc>
              <a:buNone/>
            </a:pPr>
            <a:fld id="{65737D2F-ED1A-4036-B7FF-34FB1FBCEAEB}" type="slidenum">
              <a:rPr lang="en-US" sz="1200" b="0" u="none" strike="noStrike">
                <a:solidFill>
                  <a:schemeClr val="dk1">
                    <a:tint val="82000"/>
                  </a:schemeClr>
                </a:solidFill>
                <a:effectLst/>
                <a:uFillTx/>
                <a:latin typeface="Aptos"/>
              </a:rPr>
              <a:t>&lt;number&gt;</a:t>
            </a:fld>
            <a:endParaRPr lang="en-US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1.xml"/><Relationship Id="rId2" Type="http://schemas.openxmlformats.org/officeDocument/2006/relationships/slideLayout" Target="../slideLayouts/slideLayout1.xml"/><Relationship Id="rId3" Type="http://schemas.openxmlformats.org/officeDocument/2006/relationships/slideLayout" Target="../slideLayouts/slideLayout2.xml"/><Relationship Id="rId4" Type="http://schemas.openxmlformats.org/officeDocument/2006/relationships/slideLayout" Target="../slideLayouts/slideLayout3.xml"/><Relationship Id="rId5" Type="http://schemas.openxmlformats.org/officeDocument/2006/relationships/slideLayout" Target="../slideLayouts/slideLayout4.xml"/><Relationship Id="rId6" Type="http://schemas.openxmlformats.org/officeDocument/2006/relationships/slideLayout" Target="../slideLayouts/slideLayout5.xml"/><Relationship Id="rId7" Type="http://schemas.openxmlformats.org/officeDocument/2006/relationships/slideLayout" Target="../slideLayouts/slideLayout6.xml"/><Relationship Id="rId8" Type="http://schemas.openxmlformats.org/officeDocument/2006/relationships/slideLayout" Target="../slideLayouts/slideLayout7.xml"/><Relationship Id="rId9" Type="http://schemas.openxmlformats.org/officeDocument/2006/relationships/slideLayout" Target="../slideLayouts/slideLayout8.xml"/><Relationship Id="rId10" Type="http://schemas.openxmlformats.org/officeDocument/2006/relationships/slideLayout" Target="../slideLayouts/slideLayout9.xml"/><Relationship Id="rId11" Type="http://schemas.openxmlformats.org/officeDocument/2006/relationships/slideLayout" Target="../slideLayouts/slideLayout10.xml"/><Relationship Id="rId12" Type="http://schemas.openxmlformats.org/officeDocument/2006/relationships/slideLayout" Target="../slideLayouts/slideLayout11.xml"/></Relationships>
</file>

<file path=ppt/slideMasters/slideMaster1.xml><?xml version="1.0" encoding="utf-8"?>
<p:sldMaster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  <p:sldLayoutId id="2147483659" r:id="rId12"/>
  </p:sldLayoutIdLst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8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4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4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4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4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4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4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4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4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8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8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8.xml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8.xml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4.xml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4.xml"/></Relationships>
</file>

<file path=ppt/slides/_rels/slide1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4.xml"/></Relationships>
</file>

<file path=ppt/slides/_rels/slide2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8.xml"/></Relationships>
</file>

<file path=ppt/slides/_rels/slide2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8.xml"/></Relationships>
</file>

<file path=ppt/slides/_rels/slide2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8.xml"/></Relationships>
</file>

<file path=ppt/slides/_rels/slide2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8.xml"/></Relationships>
</file>

<file path=ppt/slides/_rels/slide2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8.xml"/></Relationships>
</file>

<file path=ppt/slides/_rels/slide2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8.xml"/></Relationships>
</file>

<file path=ppt/slides/_rels/slide2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8.xml"/></Relationships>
</file>

<file path=ppt/slides/_rels/slide2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8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1" name="PlaceHolder 1"/>
          <p:cNvSpPr>
            <a:spLocks noGrp="1"/>
          </p:cNvSpPr>
          <p:nvPr>
            <p:ph type="title"/>
          </p:nvPr>
        </p:nvSpPr>
        <p:spPr>
          <a:xfrm>
            <a:off x="1523880" y="1122480"/>
            <a:ext cx="9143640" cy="238716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b">
            <a:noAutofit/>
          </a:bodyPr>
          <a:p>
            <a:pPr indent="0" algn="ctr" defTabSz="914400">
              <a:lnSpc>
                <a:spcPct val="90000"/>
              </a:lnSpc>
              <a:buNone/>
            </a:pPr>
            <a:r>
              <a:rPr lang="en-US" sz="6000" b="0" u="none" strike="noStrike">
                <a:solidFill>
                  <a:schemeClr val="dk1"/>
                </a:solidFill>
                <a:effectLst/>
                <a:uFillTx/>
                <a:latin typeface="Aptos Display"/>
              </a:rPr>
              <a:t>Vilearn 2026 Next Study</a:t>
            </a:r>
            <a:endParaRPr lang="en-US" sz="6000" b="0" u="none" strike="noStrike">
              <a:solidFill>
                <a:schemeClr val="dk1"/>
              </a:solidFill>
              <a:effectLst/>
              <a:uFillTx/>
              <a:latin typeface="Aptos Display"/>
            </a:endParaRPr>
          </a:p>
        </p:txBody>
      </p:sp>
      <p:sp>
        <p:nvSpPr>
          <p:cNvPr id="62" name="PlaceHolder 2"/>
          <p:cNvSpPr>
            <a:spLocks noGrp="1"/>
          </p:cNvSpPr>
          <p:nvPr>
            <p:ph type="subTitle"/>
          </p:nvPr>
        </p:nvSpPr>
        <p:spPr>
          <a:xfrm>
            <a:off x="1523880" y="3602160"/>
            <a:ext cx="9143640" cy="165528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t">
            <a:noAutofit/>
          </a:bodyPr>
          <a:p>
            <a:pPr indent="0" algn="ctr" defTabSz="914400">
              <a:lnSpc>
                <a:spcPct val="90000"/>
              </a:lnSpc>
              <a:spcBef>
                <a:spcPts val="1001"/>
              </a:spcBef>
              <a:buNone/>
              <a:tabLst>
                <a:tab pos="0" algn="l"/>
              </a:tabLst>
            </a:pPr>
            <a:endParaRPr lang="en-US" sz="2400" b="0" u="none" strike="noStrike">
              <a:solidFill>
                <a:schemeClr val="dk1"/>
              </a:solidFill>
              <a:effectLst/>
              <a:uFillTx/>
              <a:latin typeface="Aptos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What Was Done Since the 16 June Meeting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/>
          </p:nvPr>
        </p:nvSpPr>
        <p:spPr/>
        <p:txBody>
          <a:bodyPr/>
          <a:lstStyle/>
          <a:p/>
        </p:txBody>
      </p:sp>
      <p:sp>
        <p:nvSpPr>
          <p:cNvPr id="4" name="TextBox 3"/>
          <p:cNvSpPr txBox="1"/>
          <p:nvPr/>
        </p:nvSpPr>
        <p:spPr>
          <a:xfrm>
            <a:off x="457200" y="1280160"/>
            <a:ext cx="11247120" cy="4937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300" b="1"/>
              <a:t>NEW RESULT — LLM operationalizes the TE rubric (slides 25–26):</a:t>
            </a:r>
          </a:p>
          <a:p>
            <a:pPr lvl="1"/>
            <a:r>
              <a:rPr sz="1100"/>
              <a:t>• Took the study's own coding schema (Low/Med/High markers) and made it an LLM prompt — local Qwen3.6-27B, German transcripts, 60 s group-windows, clean labels. Zero-shot (NO training, NO gaze) ties the best multimodal fusion (~0.75 All).</a:t>
            </a:r>
          </a:p>
          <a:p>
            <a:pPr lvl="1"/>
            <a:r>
              <a:rPr sz="1100"/>
              <a:t>• Marker features (4 rubric axes): thinking mode All 0.81 / Triads 0.84 — highest single channel. German BERT baseline ties → the signal is in the text.</a:t>
            </a:r>
          </a:p>
          <a:p>
            <a:pPr lvl="1"/>
            <a:r>
              <a:rPr sz="1100"/>
              <a:t>• BEST CONFIG = Gaze×Speaking + LLM fusion: All 0.86 / Dyads 0.87 (perm p≈.003) — beats every prior, every modality, and the old gaze+vad fusion; makes Dyads gaze significant.</a:t>
            </a:r>
          </a:p>
          <a:p>
            <a:r>
              <a:rPr sz="1300" b="1"/>
              <a:t>Methodology &amp; comparison (slides 20–24, 2):</a:t>
            </a:r>
          </a:p>
          <a:p>
            <a:pPr lvl="1"/>
            <a:r>
              <a:rPr sz="1100"/>
              <a:t>• Methodology-review section: significance flip-flop (permutation vs majority t-test), group-level vs long-format, open decisions — significance method still PENDING team decision.</a:t>
            </a:r>
          </a:p>
          <a:p>
            <a:pPr lvl="1"/>
            <a:r>
              <a:rPr sz="1100"/>
              <a:t>• Our detector vs 3 consistent priors (dummy / AIxVR / GazexSpeaking) + audio fusion, both significance tests shown; slide 2 redone with the true majority baseline.</a:t>
            </a:r>
          </a:p>
          <a:p>
            <a:pPr lvl="1"/>
            <a:r>
              <a:rPr sz="1100"/>
              <a:t>• openSMILE raw acoustics (88 eGeMAPS) vs v/a/d affect → affect wins; raw acoustics don't beat the 3-dim estimate.</a:t>
            </a:r>
          </a:p>
          <a:p>
            <a:r>
              <a:rPr sz="1300" b="1"/>
              <a:t>Pipeline:</a:t>
            </a:r>
          </a:p>
          <a:p>
            <a:pPr lvl="1"/>
            <a:r>
              <a:rPr sz="1100"/>
              <a:t>• Group-TE decoupled to per-group rows (Q2); idea1 stale labels retired (now points to the clean fusion table).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3" name="PlaceHolder 1"/>
          <p:cNvSpPr>
            <a:spLocks noGrp="1"/>
          </p:cNvSpPr>
          <p:nvPr>
            <p:ph type="title"/>
          </p:nvPr>
        </p:nvSpPr>
        <p:spPr>
          <a:xfrm>
            <a:off x="838080" y="365040"/>
            <a:ext cx="10515240" cy="132516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ctr">
            <a:noAutofit/>
          </a:bodyPr>
          <a:p>
            <a:pPr indent="0" algn="l" defTabSz="914400">
              <a:lnSpc>
                <a:spcPct val="90000"/>
              </a:lnSpc>
              <a:buNone/>
            </a:pPr>
            <a:r>
              <a:rPr lang="en-US" sz="4400" b="0" u="none" strike="noStrike">
                <a:solidFill>
                  <a:schemeClr val="dk1"/>
                </a:solidFill>
                <a:effectLst/>
                <a:uFillTx/>
                <a:latin typeface="Aptos Display"/>
              </a:rPr>
              <a:t>Current Features (Group Level) </a:t>
            </a:r>
            <a:endParaRPr lang="en-US" sz="4400" b="0" u="none" strike="noStrike">
              <a:solidFill>
                <a:schemeClr val="dk1"/>
              </a:solidFill>
              <a:effectLst/>
              <a:uFillTx/>
              <a:latin typeface="Aptos Display"/>
            </a:endParaRPr>
          </a:p>
        </p:txBody>
      </p:sp>
      <p:sp>
        <p:nvSpPr>
          <p:cNvPr id="74" name="PlaceHolder 2"/>
          <p:cNvSpPr>
            <a:spLocks noGrp="1"/>
          </p:cNvSpPr>
          <p:nvPr>
            <p:ph/>
          </p:nvPr>
        </p:nvSpPr>
        <p:spPr>
          <a:xfrm>
            <a:off x="838080" y="1825560"/>
            <a:ext cx="10515240" cy="435096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t">
            <a:normAutofit/>
          </a:bodyPr>
          <a:p>
            <a:pPr marL="228600" indent="-228600" algn="l" defTabSz="914400">
              <a:lnSpc>
                <a:spcPct val="90000"/>
              </a:lnSpc>
              <a:spcBef>
                <a:spcPts val="1001"/>
              </a:spcBef>
              <a:buClr>
                <a:srgbClr val="000000"/>
              </a:buClr>
              <a:buFont typeface="Arial"/>
              <a:buChar char="•"/>
            </a:pPr>
            <a:r>
              <a:rPr lang="en-US" sz="2800" b="0" u="none" strike="noStrike">
                <a:solidFill>
                  <a:schemeClr val="dk1"/>
                </a:solidFill>
                <a:effectLst/>
                <a:uFillTx/>
                <a:latin typeface="Aptos"/>
              </a:rPr>
              <a:t>3 Mutually Exclusive Gaze Configs (MG, DG, No_DG)</a:t>
            </a:r>
            <a:endParaRPr lang="en-US" sz="2800" b="0" u="none" strike="noStrike">
              <a:solidFill>
                <a:schemeClr val="dk1"/>
              </a:solidFill>
              <a:effectLst/>
              <a:uFillTx/>
              <a:latin typeface="Aptos"/>
            </a:endParaRPr>
          </a:p>
          <a:p>
            <a:pPr marL="228600" indent="-228600" algn="l" defTabSz="914400">
              <a:lnSpc>
                <a:spcPct val="90000"/>
              </a:lnSpc>
              <a:spcBef>
                <a:spcPts val="1001"/>
              </a:spcBef>
              <a:buClr>
                <a:srgbClr val="000000"/>
              </a:buClr>
              <a:buFont typeface="Arial"/>
              <a:buChar char="•"/>
            </a:pPr>
            <a:r>
              <a:rPr lang="en-US" sz="2800" b="0" u="none" strike="noStrike">
                <a:solidFill>
                  <a:schemeClr val="dk1"/>
                </a:solidFill>
                <a:effectLst/>
                <a:uFillTx/>
                <a:latin typeface="Aptos"/>
              </a:rPr>
              <a:t>Blink Rate</a:t>
            </a:r>
            <a:endParaRPr lang="en-US" sz="2800" b="0" u="none" strike="noStrike">
              <a:solidFill>
                <a:schemeClr val="dk1"/>
              </a:solidFill>
              <a:effectLst/>
              <a:uFillTx/>
              <a:latin typeface="Aptos"/>
            </a:endParaRPr>
          </a:p>
          <a:p>
            <a:pPr marL="228600" indent="-228600" algn="l" defTabSz="914400">
              <a:lnSpc>
                <a:spcPct val="90000"/>
              </a:lnSpc>
              <a:spcBef>
                <a:spcPts val="1001"/>
              </a:spcBef>
              <a:buClr>
                <a:srgbClr val="000000"/>
              </a:buClr>
              <a:buFont typeface="Arial"/>
              <a:buChar char="•"/>
            </a:pPr>
            <a:r>
              <a:rPr lang="en-US" sz="2800" b="0" u="none" strike="noStrike">
                <a:solidFill>
                  <a:schemeClr val="dk1"/>
                </a:solidFill>
                <a:effectLst/>
                <a:uFillTx/>
                <a:latin typeface="Aptos"/>
              </a:rPr>
              <a:t>Blink Duration</a:t>
            </a:r>
            <a:endParaRPr lang="en-US" sz="2800" b="0" u="none" strike="noStrike">
              <a:solidFill>
                <a:schemeClr val="dk1"/>
              </a:solidFill>
              <a:effectLst/>
              <a:uFillTx/>
              <a:latin typeface="Aptos"/>
            </a:endParaRPr>
          </a:p>
          <a:p>
            <a:pPr indent="0" algn="l" defTabSz="914400">
              <a:lnSpc>
                <a:spcPct val="90000"/>
              </a:lnSpc>
              <a:spcBef>
                <a:spcPts val="1001"/>
              </a:spcBef>
              <a:buNone/>
            </a:pPr>
            <a:endParaRPr lang="en-US" sz="2800" b="0" u="none" strike="noStrike">
              <a:solidFill>
                <a:schemeClr val="dk1"/>
              </a:solidFill>
              <a:effectLst/>
              <a:uFillTx/>
              <a:latin typeface="Aptos"/>
            </a:endParaRPr>
          </a:p>
          <a:p>
            <a:pPr marL="228600" indent="-228600" algn="l" defTabSz="914400">
              <a:lnSpc>
                <a:spcPct val="90000"/>
              </a:lnSpc>
              <a:spcBef>
                <a:spcPts val="1001"/>
              </a:spcBef>
              <a:buClr>
                <a:srgbClr val="000000"/>
              </a:buClr>
              <a:buFont typeface="Arial"/>
              <a:buChar char="•"/>
            </a:pPr>
            <a:r>
              <a:rPr lang="en-US" sz="2800" b="0" u="none" strike="noStrike">
                <a:solidFill>
                  <a:schemeClr val="dk1"/>
                </a:solidFill>
                <a:effectLst/>
                <a:uFillTx/>
                <a:latin typeface="Aptos"/>
              </a:rPr>
              <a:t>Current Detector accuracy (QDA): </a:t>
            </a:r>
            <a:endParaRPr lang="en-US" sz="2800" b="0" u="none" strike="noStrike">
              <a:solidFill>
                <a:schemeClr val="dk1"/>
              </a:solidFill>
              <a:effectLst/>
              <a:uFillTx/>
              <a:latin typeface="Aptos"/>
            </a:endParaRPr>
          </a:p>
          <a:p>
            <a:pPr marL="685800" lvl="1" indent="-343080" algn="l" defTabSz="914400">
              <a:lnSpc>
                <a:spcPct val="90000"/>
              </a:lnSpc>
              <a:spcBef>
                <a:spcPts val="499"/>
              </a:spcBef>
              <a:buClr>
                <a:srgbClr val="000000"/>
              </a:buClr>
              <a:buFont typeface="Courier New"/>
              <a:buChar char="o"/>
            </a:pPr>
            <a:r>
              <a:rPr lang="en-US" sz="2400" b="0" u="none" strike="noStrike">
                <a:solidFill>
                  <a:schemeClr val="dk1"/>
                </a:solidFill>
                <a:effectLst/>
                <a:uFillTx/>
                <a:latin typeface="Aptos"/>
              </a:rPr>
              <a:t>Dyads overall accuracy: 77%</a:t>
            </a:r>
            <a:endParaRPr lang="en-US" sz="2400" b="0" u="none" strike="noStrike">
              <a:solidFill>
                <a:schemeClr val="dk1"/>
              </a:solidFill>
              <a:effectLst/>
              <a:uFillTx/>
              <a:latin typeface="Aptos"/>
            </a:endParaRPr>
          </a:p>
          <a:p>
            <a:pPr marL="685800" lvl="1" indent="-343080" algn="l" defTabSz="914400">
              <a:lnSpc>
                <a:spcPct val="90000"/>
              </a:lnSpc>
              <a:spcBef>
                <a:spcPts val="499"/>
              </a:spcBef>
              <a:buClr>
                <a:srgbClr val="000000"/>
              </a:buClr>
              <a:buFont typeface="Courier New"/>
              <a:buChar char="o"/>
            </a:pPr>
            <a:r>
              <a:rPr lang="en-US" sz="2400" b="0" u="none" strike="noStrike">
                <a:solidFill>
                  <a:schemeClr val="dk1"/>
                </a:solidFill>
                <a:effectLst/>
                <a:uFillTx/>
                <a:latin typeface="Aptos"/>
              </a:rPr>
              <a:t>High TE class accuracy: </a:t>
            </a:r>
            <a:r>
              <a:rPr lang="en-US" sz="2400" b="0" u="none" strike="noStrike">
                <a:solidFill>
                  <a:schemeClr val="dk1"/>
                </a:solidFill>
                <a:effectLst/>
                <a:uFillTx/>
                <a:latin typeface="Aptos"/>
                <a:ea typeface="Aptos"/>
              </a:rPr>
              <a:t>58.82%, High TE precision: 83.34%</a:t>
            </a:r>
            <a:endParaRPr lang="en-US" sz="2400" b="0" u="none" strike="noStrike">
              <a:solidFill>
                <a:schemeClr val="dk1"/>
              </a:solidFill>
              <a:effectLst/>
              <a:uFillTx/>
              <a:latin typeface="Aptos"/>
            </a:endParaRPr>
          </a:p>
          <a:p>
            <a:pPr marL="685800" lvl="1" indent="-343080" algn="l" defTabSz="914400">
              <a:lnSpc>
                <a:spcPct val="90000"/>
              </a:lnSpc>
              <a:spcBef>
                <a:spcPts val="499"/>
              </a:spcBef>
              <a:buClr>
                <a:srgbClr val="000000"/>
              </a:buClr>
              <a:buFont typeface="Courier New"/>
              <a:buChar char="o"/>
            </a:pPr>
            <a:r>
              <a:rPr lang="en-US" sz="2400" b="0" u="none" strike="noStrike">
                <a:solidFill>
                  <a:schemeClr val="dk1"/>
                </a:solidFill>
                <a:effectLst/>
                <a:uFillTx/>
                <a:latin typeface="Aptos"/>
                <a:ea typeface="Aptos"/>
              </a:rPr>
              <a:t>Low TE class accuracy: 91.3%, Low TE precision: 75%</a:t>
            </a:r>
            <a:endParaRPr lang="en-US" sz="2400" b="0" u="none" strike="noStrike">
              <a:solidFill>
                <a:schemeClr val="dk1"/>
              </a:solidFill>
              <a:effectLst/>
              <a:uFillTx/>
              <a:latin typeface="Aptos"/>
            </a:endParaRPr>
          </a:p>
          <a:p>
            <a:pPr indent="0" algn="l" defTabSz="914400">
              <a:lnSpc>
                <a:spcPct val="90000"/>
              </a:lnSpc>
              <a:spcBef>
                <a:spcPts val="499"/>
              </a:spcBef>
              <a:buNone/>
            </a:pPr>
            <a:endParaRPr lang="en-US" sz="2400" b="0" u="none" strike="noStrike">
              <a:solidFill>
                <a:schemeClr val="dk1"/>
              </a:solidFill>
              <a:effectLst/>
              <a:uFillTx/>
              <a:latin typeface="Aptos"/>
            </a:endParaRPr>
          </a:p>
          <a:p>
            <a:pPr indent="0" algn="l" defTabSz="914400">
              <a:lnSpc>
                <a:spcPct val="90000"/>
              </a:lnSpc>
              <a:spcBef>
                <a:spcPts val="1001"/>
              </a:spcBef>
              <a:buNone/>
            </a:pPr>
            <a:endParaRPr lang="en-US" sz="2800" b="0" u="none" strike="noStrike">
              <a:solidFill>
                <a:schemeClr val="dk1"/>
              </a:solidFill>
              <a:effectLst/>
              <a:uFillTx/>
              <a:latin typeface="Aptos"/>
            </a:endParaRPr>
          </a:p>
          <a:p>
            <a:pPr indent="0" algn="l" defTabSz="914400">
              <a:lnSpc>
                <a:spcPct val="90000"/>
              </a:lnSpc>
              <a:spcBef>
                <a:spcPts val="1001"/>
              </a:spcBef>
              <a:buNone/>
            </a:pPr>
            <a:endParaRPr lang="en-US" sz="2800" b="0" u="none" strike="noStrike">
              <a:solidFill>
                <a:schemeClr val="dk1"/>
              </a:solidFill>
              <a:effectLst/>
              <a:uFillTx/>
              <a:latin typeface="Aptos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5" name="PlaceHolder 1"/>
          <p:cNvSpPr>
            <a:spLocks noGrp="1"/>
          </p:cNvSpPr>
          <p:nvPr>
            <p:ph type="title"/>
          </p:nvPr>
        </p:nvSpPr>
        <p:spPr>
          <a:xfrm>
            <a:off x="838080" y="365040"/>
            <a:ext cx="10515240" cy="132516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ctr">
            <a:noAutofit/>
          </a:bodyPr>
          <a:p>
            <a:pPr indent="0" algn="l" defTabSz="914400">
              <a:lnSpc>
                <a:spcPct val="90000"/>
              </a:lnSpc>
              <a:buNone/>
            </a:pPr>
            <a:r>
              <a:rPr lang="en-US" sz="4400" b="0" u="none" strike="noStrike">
                <a:solidFill>
                  <a:schemeClr val="dk1"/>
                </a:solidFill>
                <a:effectLst/>
                <a:uFillTx/>
                <a:latin typeface="Aptos Display"/>
              </a:rPr>
              <a:t>Suggested Paralinguistic Features</a:t>
            </a:r>
            <a:endParaRPr lang="en-US" sz="4400" b="0" u="none" strike="noStrike">
              <a:solidFill>
                <a:schemeClr val="dk1"/>
              </a:solidFill>
              <a:effectLst/>
              <a:uFillTx/>
              <a:latin typeface="Aptos Display"/>
            </a:endParaRPr>
          </a:p>
        </p:txBody>
      </p:sp>
      <p:sp>
        <p:nvSpPr>
          <p:cNvPr id="76" name="PlaceHolder 2"/>
          <p:cNvSpPr>
            <a:spLocks noGrp="1"/>
          </p:cNvSpPr>
          <p:nvPr>
            <p:ph/>
          </p:nvPr>
        </p:nvSpPr>
        <p:spPr>
          <a:xfrm>
            <a:off x="838080" y="1825560"/>
            <a:ext cx="10515240" cy="435096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t">
            <a:normAutofit/>
          </a:bodyPr>
          <a:p>
            <a:pPr marL="228600" indent="-228600" algn="l" defTabSz="914400">
              <a:lnSpc>
                <a:spcPct val="90000"/>
              </a:lnSpc>
              <a:spcBef>
                <a:spcPts val="1001"/>
              </a:spcBef>
              <a:buClr>
                <a:srgbClr val="000000"/>
              </a:buClr>
              <a:buFont typeface="Arial"/>
              <a:buChar char="•"/>
            </a:pPr>
            <a:r>
              <a:rPr lang="en-US" sz="2800" b="1" u="none" strike="noStrike">
                <a:solidFill>
                  <a:schemeClr val="dk1"/>
                </a:solidFill>
                <a:effectLst/>
                <a:uFillTx/>
                <a:latin typeface="Aptos"/>
              </a:rPr>
              <a:t>Speaking-listening behaviour</a:t>
            </a:r>
            <a:endParaRPr lang="en-US" sz="2800" b="0" u="none" strike="noStrike">
              <a:solidFill>
                <a:schemeClr val="dk1"/>
              </a:solidFill>
              <a:effectLst/>
              <a:uFillTx/>
              <a:latin typeface="Aptos"/>
            </a:endParaRPr>
          </a:p>
          <a:p>
            <a:pPr marL="685800" lvl="1" indent="-228600" algn="l" defTabSz="914400">
              <a:lnSpc>
                <a:spcPct val="90000"/>
              </a:lnSpc>
              <a:spcBef>
                <a:spcPts val="499"/>
              </a:spcBef>
              <a:buClr>
                <a:srgbClr val="000000"/>
              </a:buClr>
              <a:buFont typeface="Courier New"/>
              <a:buChar char="o"/>
            </a:pPr>
            <a:r>
              <a:rPr lang="en-US" sz="2400" b="0" u="none" strike="noStrike">
                <a:solidFill>
                  <a:schemeClr val="dk1"/>
                </a:solidFill>
                <a:effectLst/>
                <a:uFillTx/>
                <a:latin typeface="Aptos"/>
              </a:rPr>
              <a:t>3 mutually exclusive speaking-listening configurations</a:t>
            </a:r>
            <a:endParaRPr lang="en-US" sz="2400" b="0" u="none" strike="noStrike">
              <a:solidFill>
                <a:schemeClr val="dk1"/>
              </a:solidFill>
              <a:effectLst/>
              <a:uFillTx/>
              <a:latin typeface="Aptos"/>
            </a:endParaRPr>
          </a:p>
          <a:p>
            <a:pPr marL="685800" lvl="1" indent="-228600" algn="l" defTabSz="914400">
              <a:lnSpc>
                <a:spcPct val="90000"/>
              </a:lnSpc>
              <a:spcBef>
                <a:spcPts val="499"/>
              </a:spcBef>
              <a:buClr>
                <a:srgbClr val="000000"/>
              </a:buClr>
              <a:buFont typeface="Courier New"/>
              <a:buChar char="o"/>
            </a:pPr>
            <a:r>
              <a:rPr lang="en-US" sz="2400" b="0" u="none" strike="noStrike">
                <a:solidFill>
                  <a:schemeClr val="dk1"/>
                </a:solidFill>
                <a:effectLst/>
                <a:uFillTx/>
                <a:latin typeface="Aptos"/>
              </a:rPr>
              <a:t>Speaking (SP), Full-Silence (SI), Overlap (OL)</a:t>
            </a:r>
            <a:endParaRPr lang="en-US" sz="2400" b="0" u="none" strike="noStrike">
              <a:solidFill>
                <a:schemeClr val="dk1"/>
              </a:solidFill>
              <a:effectLst/>
              <a:uFillTx/>
              <a:latin typeface="Aptos"/>
            </a:endParaRPr>
          </a:p>
          <a:p>
            <a:pPr indent="0" algn="l" defTabSz="914400">
              <a:lnSpc>
                <a:spcPct val="90000"/>
              </a:lnSpc>
              <a:spcBef>
                <a:spcPts val="1001"/>
              </a:spcBef>
              <a:buNone/>
              <a:tabLst>
                <a:tab pos="0" algn="l"/>
              </a:tabLst>
            </a:pPr>
            <a:endParaRPr lang="en-US" sz="2800" b="0" u="none" strike="noStrike">
              <a:solidFill>
                <a:schemeClr val="dk1"/>
              </a:solidFill>
              <a:effectLst/>
              <a:uFillTx/>
              <a:latin typeface="Aptos"/>
            </a:endParaRPr>
          </a:p>
          <a:p>
            <a:pPr indent="0" algn="l" defTabSz="914400">
              <a:lnSpc>
                <a:spcPct val="90000"/>
              </a:lnSpc>
              <a:spcBef>
                <a:spcPts val="499"/>
              </a:spcBef>
              <a:buNone/>
              <a:tabLst>
                <a:tab pos="0" algn="l"/>
              </a:tabLst>
            </a:pPr>
            <a:endParaRPr lang="en-US" sz="2400" b="0" u="none" strike="noStrike">
              <a:solidFill>
                <a:schemeClr val="dk1"/>
              </a:solidFill>
              <a:effectLst/>
              <a:uFillTx/>
              <a:latin typeface="Aptos"/>
            </a:endParaRPr>
          </a:p>
          <a:p>
            <a:pPr indent="0" algn="l" defTabSz="914400">
              <a:lnSpc>
                <a:spcPct val="90000"/>
              </a:lnSpc>
              <a:spcBef>
                <a:spcPts val="1001"/>
              </a:spcBef>
              <a:buNone/>
              <a:tabLst>
                <a:tab pos="0" algn="l"/>
              </a:tabLst>
            </a:pPr>
            <a:endParaRPr lang="en-US" sz="2800" b="0" u="none" strike="noStrike">
              <a:solidFill>
                <a:schemeClr val="dk1"/>
              </a:solidFill>
              <a:effectLst/>
              <a:uFillTx/>
              <a:latin typeface="Aptos"/>
            </a:endParaRPr>
          </a:p>
        </p:txBody>
      </p:sp>
      <p:graphicFrame>
        <p:nvGraphicFramePr>
          <p:cNvPr id="77" name="Table 3"/>
          <p:cNvGraphicFramePr/>
          <p:nvPr/>
        </p:nvGraphicFramePr>
        <p:xfrm>
          <a:off x="1359720" y="3430800"/>
          <a:ext cx="8011800" cy="2975040"/>
        </p:xfrm>
        <a:graphic>
          <a:graphicData uri="http://schemas.openxmlformats.org/drawingml/2006/table">
            <a:tbl>
              <a:tblPr/>
              <a:tblGrid>
                <a:gridCol w="1602360"/>
                <a:gridCol w="1602360"/>
                <a:gridCol w="1602360"/>
                <a:gridCol w="1602360"/>
                <a:gridCol w="1602360"/>
              </a:tblGrid>
              <a:tr h="495720">
                <a:tc>
                  <a:txBody>
                    <a:bodyPr anchor="t">
                      <a:noAutofit/>
                    </a:bodyPr>
                    <a:p>
                      <a:endParaRPr lang="en-US" sz="1800" b="1" u="none" strike="noStrike">
                        <a:solidFill>
                          <a:schemeClr val="lt1"/>
                        </a:solidFill>
                        <a:effectLst/>
                        <a:uFillTx/>
                        <a:latin typeface="Aptos"/>
                      </a:endParaRPr>
                    </a:p>
                  </a:txBody>
                  <a:tcPr anchor="t" marL="91440" marR="91440" marT="45720" marB="45720">
                    <a:lnL w="12240">
                      <a:solidFill>
                        <a:srgbClr val="FFFFFF"/>
                      </a:solidFill>
                      <a:prstDash val="solid"/>
                    </a:lnL>
                    <a:lnR w="12240">
                      <a:solidFill>
                        <a:srgbClr val="FFFFFF"/>
                      </a:solidFill>
                      <a:prstDash val="solid"/>
                    </a:lnR>
                    <a:lnT w="12240">
                      <a:solidFill>
                        <a:srgbClr val="FFFFFF"/>
                      </a:solidFill>
                      <a:prstDash val="solid"/>
                    </a:lnT>
                    <a:lnB w="38160">
                      <a:solidFill>
                        <a:srgbClr val="FFFFFF"/>
                      </a:solidFill>
                      <a:prstDash val="solid"/>
                    </a:lnB>
                    <a:solidFill>
                      <a:schemeClr val="lt1"/>
                    </a:solidFill>
                  </a:tcPr>
                </a:tc>
                <a:tc gridSpan="2">
                  <a:txBody>
                    <a:bodyPr anchor="t">
                      <a:noAutofit/>
                    </a:bodyPr>
                    <a:p>
                      <a:pPr defTabSz="914400">
                        <a:lnSpc>
                          <a:spcPct val="100000"/>
                        </a:lnSpc>
                      </a:pPr>
                      <a:r>
                        <a:rPr lang="en-US" sz="1800" b="1" u="none" strike="noStrike">
                          <a:solidFill>
                            <a:schemeClr val="lt1"/>
                          </a:solidFill>
                          <a:effectLst/>
                          <a:uFillTx/>
                          <a:latin typeface="Aptos"/>
                        </a:rPr>
                        <a:t>Dyads</a:t>
                      </a:r>
                      <a:endParaRPr lang="en-US" sz="1800" b="0" u="none" strike="noStrike">
                        <a:solidFill>
                          <a:srgbClr val="FFFFFF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91440" marR="91440" marT="45720" marB="45720">
                    <a:lnL w="12240">
                      <a:solidFill>
                        <a:srgbClr val="FFFFFF"/>
                      </a:solidFill>
                      <a:prstDash val="solid"/>
                    </a:lnL>
                    <a:lnR w="12240">
                      <a:solidFill>
                        <a:srgbClr val="000000"/>
                      </a:solidFill>
                      <a:prstDash val="solid"/>
                    </a:lnR>
                    <a:lnT w="12240">
                      <a:solidFill>
                        <a:srgbClr val="FFFFFF"/>
                      </a:solidFill>
                      <a:prstDash val="solid"/>
                    </a:lnT>
                    <a:lnB w="38160">
                      <a:solidFill>
                        <a:srgbClr val="FFFFFF"/>
                      </a:solidFill>
                      <a:prstDash val="solid"/>
                    </a:lnB>
                    <a:solidFill>
                      <a:schemeClr val="accent1"/>
                    </a:solidFill>
                  </a:tcPr>
                </a:tc>
                <a:tc hMerge="1">
                  <a:txBody>
                    <a:bodyPr lIns="90000" tIns="45000" rIns="90000" bIns="45000" anchor="t">
                      <a:noAutofit/>
                    </a:bodyPr>
                    <a:p>
                      <a:endParaRPr lang="en-US" sz="18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90000" marR="90000" marT="45000" marB="4500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rgbClr val="729FCF"/>
                    </a:solidFill>
                  </a:tcPr>
                </a:tc>
                <a:tc gridSpan="2">
                  <a:txBody>
                    <a:bodyPr anchor="t">
                      <a:noAutofit/>
                    </a:bodyPr>
                    <a:p>
                      <a:pPr defTabSz="914400">
                        <a:lnSpc>
                          <a:spcPct val="100000"/>
                        </a:lnSpc>
                      </a:pPr>
                      <a:r>
                        <a:rPr lang="en-US" sz="1800" b="1" u="none" strike="noStrike">
                          <a:solidFill>
                            <a:schemeClr val="lt1"/>
                          </a:solidFill>
                          <a:effectLst/>
                          <a:uFillTx/>
                          <a:latin typeface="Aptos"/>
                        </a:rPr>
                        <a:t>Triads</a:t>
                      </a:r>
                      <a:endParaRPr lang="en-US" sz="1800" b="0" u="none" strike="noStrike">
                        <a:solidFill>
                          <a:srgbClr val="FFFFFF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91440" marR="91440" marT="45720" marB="45720">
                    <a:lnL w="12240">
                      <a:solidFill>
                        <a:srgbClr val="000000"/>
                      </a:solidFill>
                      <a:prstDash val="solid"/>
                    </a:lnL>
                    <a:lnR w="12240">
                      <a:solidFill>
                        <a:srgbClr val="FFFFFF"/>
                      </a:solidFill>
                      <a:prstDash val="solid"/>
                    </a:lnR>
                    <a:lnT w="12240">
                      <a:solidFill>
                        <a:srgbClr val="FFFFFF"/>
                      </a:solidFill>
                      <a:prstDash val="solid"/>
                    </a:lnT>
                    <a:lnB w="38160">
                      <a:solidFill>
                        <a:srgbClr val="FFFFFF"/>
                      </a:solidFill>
                      <a:prstDash val="solid"/>
                    </a:lnB>
                    <a:solidFill>
                      <a:schemeClr val="accent1"/>
                    </a:solidFill>
                  </a:tcPr>
                </a:tc>
                <a:tc hMerge="1">
                  <a:txBody>
                    <a:bodyPr lIns="90000" tIns="45000" rIns="90000" bIns="45000" anchor="t">
                      <a:noAutofit/>
                    </a:bodyPr>
                    <a:p>
                      <a:endParaRPr lang="en-US" sz="18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90000" marR="90000" marT="45000" marB="4500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rgbClr val="729FCF"/>
                    </a:solidFill>
                  </a:tcPr>
                </a:tc>
              </a:tr>
              <a:tr h="495720">
                <a:tc>
                  <a:txBody>
                    <a:bodyPr anchor="t">
                      <a:noAutofit/>
                    </a:bodyPr>
                    <a:p>
                      <a:endParaRPr lang="en-US" sz="1800" b="1" u="none" strike="noStrike">
                        <a:solidFill>
                          <a:schemeClr val="lt1"/>
                        </a:solidFill>
                        <a:effectLst/>
                        <a:uFillTx/>
                        <a:latin typeface="Aptos"/>
                      </a:endParaRPr>
                    </a:p>
                  </a:txBody>
                  <a:tcPr anchor="t" marL="91440" marR="91440" marT="45720" marB="45720">
                    <a:lnL w="12240">
                      <a:solidFill>
                        <a:srgbClr val="FFFFFF"/>
                      </a:solidFill>
                      <a:prstDash val="solid"/>
                    </a:lnL>
                    <a:lnR w="12240">
                      <a:solidFill>
                        <a:srgbClr val="FFFFFF"/>
                      </a:solidFill>
                      <a:prstDash val="solid"/>
                    </a:lnR>
                    <a:lnT w="12240">
                      <a:solidFill>
                        <a:srgbClr val="FFFFFF"/>
                      </a:solidFill>
                      <a:prstDash val="solid"/>
                    </a:lnT>
                    <a:lnB w="12240">
                      <a:solidFill>
                        <a:srgbClr val="FFFFFF"/>
                      </a:solidFill>
                      <a:prstDash val="solid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 anchor="t">
                      <a:noAutofit/>
                    </a:bodyPr>
                    <a:p>
                      <a:pPr defTabSz="914400">
                        <a:lnSpc>
                          <a:spcPct val="100000"/>
                        </a:lnSpc>
                      </a:pPr>
                      <a:r>
                        <a:rPr lang="en-US" sz="1800" b="1" u="none" strike="noStrike">
                          <a:solidFill>
                            <a:schemeClr val="lt1"/>
                          </a:solidFill>
                          <a:effectLst/>
                          <a:uFillTx/>
                          <a:latin typeface="Aptos"/>
                        </a:rPr>
                        <a:t>Speakers</a:t>
                      </a:r>
                      <a:endParaRPr lang="en-US" sz="1800" b="0" u="none" strike="noStrike">
                        <a:solidFill>
                          <a:srgbClr val="FFFFFF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91440" marR="91440" marT="45720" marB="45720">
                    <a:lnL w="12240">
                      <a:solidFill>
                        <a:srgbClr val="FFFFFF"/>
                      </a:solidFill>
                      <a:prstDash val="solid"/>
                    </a:lnL>
                    <a:lnR w="12240">
                      <a:solidFill>
                        <a:srgbClr val="FFFFFF"/>
                      </a:solidFill>
                      <a:prstDash val="solid"/>
                    </a:lnR>
                    <a:lnT w="12240">
                      <a:solidFill>
                        <a:srgbClr val="FFFFFF"/>
                      </a:solidFill>
                      <a:prstDash val="solid"/>
                    </a:lnT>
                    <a:lnB w="12240">
                      <a:solidFill>
                        <a:srgbClr val="FFFFFF"/>
                      </a:solidFill>
                      <a:prstDash val="solid"/>
                    </a:lnB>
                    <a:solidFill>
                      <a:schemeClr val="accent1"/>
                    </a:solidFill>
                  </a:tcPr>
                </a:tc>
                <a:tc>
                  <a:txBody>
                    <a:bodyPr anchor="t">
                      <a:noAutofit/>
                    </a:bodyPr>
                    <a:p>
                      <a:pPr defTabSz="914400">
                        <a:lnSpc>
                          <a:spcPct val="100000"/>
                        </a:lnSpc>
                      </a:pPr>
                      <a:r>
                        <a:rPr lang="en-US" sz="1800" b="1" u="none" strike="noStrike">
                          <a:solidFill>
                            <a:schemeClr val="lt1"/>
                          </a:solidFill>
                          <a:effectLst/>
                          <a:uFillTx/>
                          <a:latin typeface="Aptos"/>
                        </a:rPr>
                        <a:t>Silent</a:t>
                      </a:r>
                      <a:endParaRPr lang="en-US" sz="1800" b="0" u="none" strike="noStrike">
                        <a:solidFill>
                          <a:srgbClr val="FFFFFF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91440" marR="91440" marT="45720" marB="45720">
                    <a:lnL w="12240">
                      <a:solidFill>
                        <a:srgbClr val="FFFFFF"/>
                      </a:solidFill>
                      <a:prstDash val="solid"/>
                    </a:lnL>
                    <a:lnR w="12240">
                      <a:solidFill>
                        <a:srgbClr val="000000"/>
                      </a:solidFill>
                      <a:prstDash val="solid"/>
                    </a:lnR>
                    <a:lnT w="12240">
                      <a:solidFill>
                        <a:srgbClr val="FFFFFF"/>
                      </a:solidFill>
                      <a:prstDash val="solid"/>
                    </a:lnT>
                    <a:lnB w="12240">
                      <a:solidFill>
                        <a:srgbClr val="FFFFFF"/>
                      </a:solidFill>
                      <a:prstDash val="solid"/>
                    </a:lnB>
                    <a:solidFill>
                      <a:schemeClr val="accent1"/>
                    </a:solidFill>
                  </a:tcPr>
                </a:tc>
                <a:tc>
                  <a:txBody>
                    <a:bodyPr anchor="t">
                      <a:noAutofit/>
                    </a:bodyPr>
                    <a:p>
                      <a:pPr defTabSz="914400">
                        <a:lnSpc>
                          <a:spcPct val="100000"/>
                        </a:lnSpc>
                      </a:pPr>
                      <a:r>
                        <a:rPr lang="en-US" sz="1800" b="1" u="none" strike="noStrike">
                          <a:solidFill>
                            <a:schemeClr val="lt1"/>
                          </a:solidFill>
                          <a:effectLst/>
                          <a:uFillTx/>
                          <a:latin typeface="Aptos"/>
                        </a:rPr>
                        <a:t>Speakers </a:t>
                      </a:r>
                      <a:endParaRPr lang="en-US" sz="1800" b="0" u="none" strike="noStrike">
                        <a:solidFill>
                          <a:srgbClr val="FFFFFF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91440" marR="91440" marT="45720" marB="45720">
                    <a:lnL w="12240">
                      <a:solidFill>
                        <a:srgbClr val="000000"/>
                      </a:solidFill>
                      <a:prstDash val="solid"/>
                    </a:lnL>
                    <a:lnR w="12240">
                      <a:solidFill>
                        <a:srgbClr val="000000"/>
                      </a:solidFill>
                      <a:prstDash val="solid"/>
                    </a:lnR>
                    <a:lnT w="12240">
                      <a:solidFill>
                        <a:srgbClr val="FFFFFF"/>
                      </a:solidFill>
                      <a:prstDash val="solid"/>
                    </a:lnT>
                    <a:lnB w="12240">
                      <a:solidFill>
                        <a:srgbClr val="FFFFFF"/>
                      </a:solidFill>
                      <a:prstDash val="solid"/>
                    </a:lnB>
                    <a:solidFill>
                      <a:schemeClr val="accent1"/>
                    </a:solidFill>
                  </a:tcPr>
                </a:tc>
                <a:tc>
                  <a:txBody>
                    <a:bodyPr anchor="t">
                      <a:noAutofit/>
                    </a:bodyPr>
                    <a:p>
                      <a:pPr defTabSz="914400">
                        <a:lnSpc>
                          <a:spcPct val="100000"/>
                        </a:lnSpc>
                      </a:pPr>
                      <a:r>
                        <a:rPr lang="en-US" sz="1800" b="1" u="none" strike="noStrike">
                          <a:solidFill>
                            <a:schemeClr val="lt1"/>
                          </a:solidFill>
                          <a:effectLst/>
                          <a:uFillTx/>
                          <a:latin typeface="Aptos"/>
                        </a:rPr>
                        <a:t>Silent</a:t>
                      </a:r>
                      <a:endParaRPr lang="en-US" sz="1800" b="0" u="none" strike="noStrike">
                        <a:solidFill>
                          <a:srgbClr val="FFFFFF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91440" marR="91440" marT="45720" marB="45720">
                    <a:lnL w="12240">
                      <a:solidFill>
                        <a:srgbClr val="FFFFFF"/>
                      </a:solidFill>
                      <a:prstDash val="solid"/>
                    </a:lnL>
                    <a:lnR w="12240">
                      <a:solidFill>
                        <a:srgbClr val="FFFFFF"/>
                      </a:solidFill>
                      <a:prstDash val="solid"/>
                    </a:lnR>
                    <a:lnT w="12240">
                      <a:solidFill>
                        <a:srgbClr val="FFFFFF"/>
                      </a:solidFill>
                      <a:prstDash val="solid"/>
                    </a:lnT>
                    <a:lnB w="12240">
                      <a:solidFill>
                        <a:srgbClr val="FFFFFF"/>
                      </a:solidFill>
                      <a:prstDash val="solid"/>
                    </a:lnB>
                    <a:solidFill>
                      <a:schemeClr val="accent1"/>
                    </a:solidFill>
                  </a:tcPr>
                </a:tc>
              </a:tr>
              <a:tr h="495720">
                <a:tc>
                  <a:txBody>
                    <a:bodyPr anchor="t">
                      <a:noAutofit/>
                    </a:bodyPr>
                    <a:p>
                      <a:pPr defTabSz="914400">
                        <a:lnSpc>
                          <a:spcPct val="100000"/>
                        </a:lnSpc>
                      </a:pPr>
                      <a:r>
                        <a:rPr lang="en-US" sz="1800" b="1" u="none" strike="noStrike">
                          <a:solidFill>
                            <a:schemeClr val="dk1"/>
                          </a:solidFill>
                          <a:effectLst/>
                          <a:uFillTx/>
                          <a:latin typeface="Aptos"/>
                        </a:rPr>
                        <a:t>SP</a:t>
                      </a:r>
                      <a:endParaRPr lang="en-US" sz="18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91440" marR="91440" marT="45720" marB="45720">
                    <a:lnL w="12240">
                      <a:solidFill>
                        <a:srgbClr val="FFFFFF"/>
                      </a:solidFill>
                      <a:prstDash val="solid"/>
                    </a:lnL>
                    <a:lnR w="12240">
                      <a:solidFill>
                        <a:srgbClr val="000000"/>
                      </a:solidFill>
                      <a:prstDash val="solid"/>
                    </a:lnR>
                    <a:lnT w="12240">
                      <a:solidFill>
                        <a:srgbClr val="FFFFFF"/>
                      </a:solidFill>
                      <a:prstDash val="solid"/>
                    </a:lnT>
                    <a:lnB w="12240">
                      <a:solidFill>
                        <a:srgbClr val="000000"/>
                      </a:solidFill>
                      <a:prstDash val="solid"/>
                    </a:lnB>
                    <a:solidFill>
                      <a:schemeClr val="accent1">
                        <a:tint val="20000"/>
                      </a:schemeClr>
                    </a:solidFill>
                  </a:tcPr>
                </a:tc>
                <a:tc>
                  <a:txBody>
                    <a:bodyPr anchor="t">
                      <a:noAutofit/>
                    </a:bodyPr>
                    <a:p>
                      <a:pPr defTabSz="914400">
                        <a:lnSpc>
                          <a:spcPct val="100000"/>
                        </a:lnSpc>
                      </a:pPr>
                      <a:r>
                        <a:rPr lang="en-US" sz="1800" b="0" u="none" strike="noStrike">
                          <a:solidFill>
                            <a:schemeClr val="dk1"/>
                          </a:solidFill>
                          <a:effectLst/>
                          <a:uFillTx/>
                          <a:latin typeface="Aptos"/>
                        </a:rPr>
                        <a:t>1</a:t>
                      </a:r>
                      <a:endParaRPr lang="en-US" sz="18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91440" marR="91440" marT="45720" marB="45720">
                    <a:lnL w="12240">
                      <a:solidFill>
                        <a:srgbClr val="000000"/>
                      </a:solidFill>
                      <a:prstDash val="solid"/>
                    </a:lnL>
                    <a:lnR w="12240">
                      <a:solidFill>
                        <a:srgbClr val="000000"/>
                      </a:solidFill>
                      <a:prstDash val="solid"/>
                    </a:lnR>
                    <a:lnT w="12240">
                      <a:solidFill>
                        <a:srgbClr val="FFFFFF"/>
                      </a:solidFill>
                      <a:prstDash val="solid"/>
                    </a:lnT>
                    <a:lnB w="12240">
                      <a:solidFill>
                        <a:srgbClr val="000000"/>
                      </a:solidFill>
                      <a:prstDash val="solid"/>
                    </a:lnB>
                    <a:solidFill>
                      <a:schemeClr val="accent1">
                        <a:tint val="20000"/>
                      </a:schemeClr>
                    </a:solidFill>
                  </a:tcPr>
                </a:tc>
                <a:tc>
                  <a:txBody>
                    <a:bodyPr anchor="t">
                      <a:noAutofit/>
                    </a:bodyPr>
                    <a:p>
                      <a:pPr defTabSz="914400">
                        <a:lnSpc>
                          <a:spcPct val="100000"/>
                        </a:lnSpc>
                      </a:pPr>
                      <a:r>
                        <a:rPr lang="en-US" sz="1800" b="0" u="none" strike="noStrike">
                          <a:solidFill>
                            <a:schemeClr val="dk1"/>
                          </a:solidFill>
                          <a:effectLst/>
                          <a:uFillTx/>
                          <a:latin typeface="Aptos"/>
                        </a:rPr>
                        <a:t>1</a:t>
                      </a:r>
                      <a:endParaRPr lang="en-US" sz="18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91440" marR="91440" marT="45720" marB="45720">
                    <a:lnL w="12240">
                      <a:solidFill>
                        <a:srgbClr val="FFFFFF"/>
                      </a:solidFill>
                      <a:prstDash val="solid"/>
                    </a:lnL>
                    <a:lnR w="12240">
                      <a:solidFill>
                        <a:srgbClr val="000000"/>
                      </a:solidFill>
                      <a:prstDash val="solid"/>
                    </a:lnR>
                    <a:lnT w="12240">
                      <a:solidFill>
                        <a:srgbClr val="FFFFFF"/>
                      </a:solidFill>
                      <a:prstDash val="solid"/>
                    </a:lnT>
                    <a:lnB w="12240">
                      <a:solidFill>
                        <a:srgbClr val="000000"/>
                      </a:solidFill>
                      <a:prstDash val="solid"/>
                    </a:lnB>
                    <a:solidFill>
                      <a:schemeClr val="accent1">
                        <a:tint val="20000"/>
                      </a:schemeClr>
                    </a:solidFill>
                  </a:tcPr>
                </a:tc>
                <a:tc>
                  <a:txBody>
                    <a:bodyPr anchor="t">
                      <a:noAutofit/>
                    </a:bodyPr>
                    <a:p>
                      <a:pPr defTabSz="914400">
                        <a:lnSpc>
                          <a:spcPct val="100000"/>
                        </a:lnSpc>
                      </a:pPr>
                      <a:r>
                        <a:rPr lang="en-US" sz="1800" b="0" u="none" strike="noStrike">
                          <a:solidFill>
                            <a:schemeClr val="dk1"/>
                          </a:solidFill>
                          <a:effectLst/>
                          <a:uFillTx/>
                          <a:latin typeface="Aptos"/>
                        </a:rPr>
                        <a:t>1</a:t>
                      </a:r>
                      <a:endParaRPr lang="en-US" sz="18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91440" marR="91440" marT="45720" marB="45720">
                    <a:lnL w="12240">
                      <a:solidFill>
                        <a:srgbClr val="000000"/>
                      </a:solidFill>
                      <a:prstDash val="solid"/>
                    </a:lnL>
                    <a:lnR w="12240">
                      <a:solidFill>
                        <a:srgbClr val="000000"/>
                      </a:solidFill>
                      <a:prstDash val="solid"/>
                    </a:lnR>
                    <a:lnT w="12240">
                      <a:solidFill>
                        <a:srgbClr val="FFFFFF"/>
                      </a:solidFill>
                      <a:prstDash val="solid"/>
                    </a:lnT>
                    <a:lnB w="12240">
                      <a:solidFill>
                        <a:srgbClr val="000000"/>
                      </a:solidFill>
                      <a:prstDash val="solid"/>
                    </a:lnB>
                    <a:solidFill>
                      <a:schemeClr val="accent1">
                        <a:tint val="20000"/>
                      </a:schemeClr>
                    </a:solidFill>
                  </a:tcPr>
                </a:tc>
                <a:tc>
                  <a:txBody>
                    <a:bodyPr anchor="t">
                      <a:noAutofit/>
                    </a:bodyPr>
                    <a:p>
                      <a:pPr defTabSz="914400">
                        <a:lnSpc>
                          <a:spcPct val="100000"/>
                        </a:lnSpc>
                      </a:pPr>
                      <a:r>
                        <a:rPr lang="en-US" sz="1800" b="0" u="none" strike="noStrike">
                          <a:solidFill>
                            <a:schemeClr val="dk1"/>
                          </a:solidFill>
                          <a:effectLst/>
                          <a:uFillTx/>
                          <a:latin typeface="Aptos"/>
                        </a:rPr>
                        <a:t>2</a:t>
                      </a:r>
                      <a:endParaRPr lang="en-US" sz="18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91440" marR="91440" marT="45720" marB="45720">
                    <a:lnL w="12240">
                      <a:solidFill>
                        <a:srgbClr val="FFFFFF"/>
                      </a:solidFill>
                      <a:prstDash val="solid"/>
                    </a:lnL>
                    <a:lnR w="12240">
                      <a:solidFill>
                        <a:srgbClr val="FFFFFF"/>
                      </a:solidFill>
                      <a:prstDash val="solid"/>
                    </a:lnR>
                    <a:lnT w="12240">
                      <a:solidFill>
                        <a:srgbClr val="FFFFFF"/>
                      </a:solidFill>
                      <a:prstDash val="solid"/>
                    </a:lnT>
                    <a:lnB w="12240">
                      <a:solidFill>
                        <a:srgbClr val="000000"/>
                      </a:solidFill>
                      <a:prstDash val="solid"/>
                    </a:lnB>
                    <a:solidFill>
                      <a:schemeClr val="accent1">
                        <a:tint val="20000"/>
                      </a:schemeClr>
                    </a:solidFill>
                  </a:tcPr>
                </a:tc>
              </a:tr>
              <a:tr h="495720">
                <a:tc>
                  <a:txBody>
                    <a:bodyPr anchor="t">
                      <a:noAutofit/>
                    </a:bodyPr>
                    <a:p>
                      <a:pPr defTabSz="914400">
                        <a:lnSpc>
                          <a:spcPct val="100000"/>
                        </a:lnSpc>
                      </a:pPr>
                      <a:r>
                        <a:rPr lang="en-US" sz="1800" b="1" u="none" strike="noStrike">
                          <a:solidFill>
                            <a:schemeClr val="dk1"/>
                          </a:solidFill>
                          <a:effectLst/>
                          <a:uFillTx/>
                          <a:latin typeface="Aptos"/>
                        </a:rPr>
                        <a:t>SI</a:t>
                      </a:r>
                      <a:endParaRPr lang="en-US" sz="18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91440" marR="91440" marT="45720" marB="45720">
                    <a:lnL w="12240">
                      <a:solidFill>
                        <a:srgbClr val="FFFFFF"/>
                      </a:solidFill>
                      <a:prstDash val="solid"/>
                    </a:lnL>
                    <a:lnR w="12240">
                      <a:solidFill>
                        <a:srgbClr val="000000"/>
                      </a:solidFill>
                      <a:prstDash val="solid"/>
                    </a:lnR>
                    <a:lnT w="12240">
                      <a:solidFill>
                        <a:srgbClr val="000000"/>
                      </a:solidFill>
                      <a:prstDash val="solid"/>
                    </a:lnT>
                    <a:lnB w="12240">
                      <a:solidFill>
                        <a:srgbClr val="000000"/>
                      </a:solidFill>
                      <a:prstDash val="solid"/>
                    </a:lnB>
                    <a:solidFill>
                      <a:schemeClr val="accent1">
                        <a:tint val="40000"/>
                      </a:schemeClr>
                    </a:solidFill>
                  </a:tcPr>
                </a:tc>
                <a:tc>
                  <a:txBody>
                    <a:bodyPr anchor="t">
                      <a:noAutofit/>
                    </a:bodyPr>
                    <a:p>
                      <a:pPr defTabSz="914400">
                        <a:lnSpc>
                          <a:spcPct val="100000"/>
                        </a:lnSpc>
                      </a:pPr>
                      <a:r>
                        <a:rPr lang="en-US" sz="1800" b="0" u="none" strike="noStrike">
                          <a:solidFill>
                            <a:schemeClr val="dk1"/>
                          </a:solidFill>
                          <a:effectLst/>
                          <a:uFillTx/>
                          <a:latin typeface="Aptos"/>
                        </a:rPr>
                        <a:t>0</a:t>
                      </a:r>
                      <a:endParaRPr lang="en-US" sz="18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91440" marR="91440" marT="45720" marB="45720">
                    <a:lnL w="12240">
                      <a:solidFill>
                        <a:srgbClr val="000000"/>
                      </a:solidFill>
                      <a:prstDash val="solid"/>
                    </a:lnL>
                    <a:lnR w="12240">
                      <a:solidFill>
                        <a:srgbClr val="000000"/>
                      </a:solidFill>
                      <a:prstDash val="solid"/>
                    </a:lnR>
                    <a:lnT w="12240">
                      <a:solidFill>
                        <a:srgbClr val="000000"/>
                      </a:solidFill>
                      <a:prstDash val="solid"/>
                    </a:lnT>
                    <a:lnB w="12240">
                      <a:solidFill>
                        <a:srgbClr val="000000"/>
                      </a:solidFill>
                      <a:prstDash val="solid"/>
                    </a:lnB>
                    <a:solidFill>
                      <a:schemeClr val="accent1">
                        <a:tint val="40000"/>
                      </a:schemeClr>
                    </a:solidFill>
                  </a:tcPr>
                </a:tc>
                <a:tc>
                  <a:txBody>
                    <a:bodyPr anchor="t">
                      <a:noAutofit/>
                    </a:bodyPr>
                    <a:p>
                      <a:pPr defTabSz="914400">
                        <a:lnSpc>
                          <a:spcPct val="100000"/>
                        </a:lnSpc>
                      </a:pPr>
                      <a:r>
                        <a:rPr lang="en-US" sz="1800" b="0" u="none" strike="noStrike">
                          <a:solidFill>
                            <a:schemeClr val="dk1"/>
                          </a:solidFill>
                          <a:effectLst/>
                          <a:uFillTx/>
                          <a:latin typeface="Aptos"/>
                        </a:rPr>
                        <a:t>0</a:t>
                      </a:r>
                      <a:endParaRPr lang="en-US" sz="18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91440" marR="91440" marT="45720" marB="45720">
                    <a:lnL w="12240">
                      <a:solidFill>
                        <a:srgbClr val="FFFFFF"/>
                      </a:solidFill>
                      <a:prstDash val="solid"/>
                    </a:lnL>
                    <a:lnR w="12240">
                      <a:solidFill>
                        <a:srgbClr val="000000"/>
                      </a:solidFill>
                      <a:prstDash val="solid"/>
                    </a:lnR>
                    <a:lnT w="12240">
                      <a:solidFill>
                        <a:srgbClr val="000000"/>
                      </a:solidFill>
                      <a:prstDash val="solid"/>
                    </a:lnT>
                    <a:lnB w="12240">
                      <a:solidFill>
                        <a:srgbClr val="000000"/>
                      </a:solidFill>
                      <a:prstDash val="solid"/>
                    </a:lnB>
                    <a:solidFill>
                      <a:schemeClr val="accent1">
                        <a:tint val="40000"/>
                      </a:schemeClr>
                    </a:solidFill>
                  </a:tcPr>
                </a:tc>
                <a:tc>
                  <a:txBody>
                    <a:bodyPr anchor="t">
                      <a:noAutofit/>
                    </a:bodyPr>
                    <a:p>
                      <a:pPr defTabSz="914400">
                        <a:lnSpc>
                          <a:spcPct val="100000"/>
                        </a:lnSpc>
                      </a:pPr>
                      <a:r>
                        <a:rPr lang="en-US" sz="1800" b="0" u="none" strike="noStrike">
                          <a:solidFill>
                            <a:schemeClr val="dk1"/>
                          </a:solidFill>
                          <a:effectLst/>
                          <a:uFillTx/>
                          <a:latin typeface="Aptos"/>
                        </a:rPr>
                        <a:t>0</a:t>
                      </a:r>
                      <a:endParaRPr lang="en-US" sz="18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91440" marR="91440" marT="45720" marB="45720">
                    <a:lnL w="12240">
                      <a:solidFill>
                        <a:srgbClr val="000000"/>
                      </a:solidFill>
                      <a:prstDash val="solid"/>
                    </a:lnL>
                    <a:lnR w="12240">
                      <a:solidFill>
                        <a:srgbClr val="000000"/>
                      </a:solidFill>
                      <a:prstDash val="solid"/>
                    </a:lnR>
                    <a:lnT w="12240">
                      <a:solidFill>
                        <a:srgbClr val="000000"/>
                      </a:solidFill>
                      <a:prstDash val="solid"/>
                    </a:lnT>
                    <a:lnB w="12240">
                      <a:solidFill>
                        <a:srgbClr val="000000"/>
                      </a:solidFill>
                      <a:prstDash val="solid"/>
                    </a:lnB>
                    <a:solidFill>
                      <a:schemeClr val="accent1">
                        <a:tint val="40000"/>
                      </a:schemeClr>
                    </a:solidFill>
                  </a:tcPr>
                </a:tc>
                <a:tc>
                  <a:txBody>
                    <a:bodyPr anchor="t">
                      <a:noAutofit/>
                    </a:bodyPr>
                    <a:p>
                      <a:pPr defTabSz="914400">
                        <a:lnSpc>
                          <a:spcPct val="100000"/>
                        </a:lnSpc>
                      </a:pPr>
                      <a:r>
                        <a:rPr lang="en-US" sz="1800" b="0" u="none" strike="noStrike">
                          <a:solidFill>
                            <a:schemeClr val="dk1"/>
                          </a:solidFill>
                          <a:effectLst/>
                          <a:uFillTx/>
                          <a:latin typeface="Aptos"/>
                        </a:rPr>
                        <a:t>0</a:t>
                      </a:r>
                      <a:endParaRPr lang="en-US" sz="18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91440" marR="91440" marT="45720" marB="45720">
                    <a:lnL w="12240">
                      <a:solidFill>
                        <a:srgbClr val="FFFFFF"/>
                      </a:solidFill>
                      <a:prstDash val="solid"/>
                    </a:lnL>
                    <a:lnR w="12240">
                      <a:solidFill>
                        <a:srgbClr val="FFFFFF"/>
                      </a:solidFill>
                      <a:prstDash val="solid"/>
                    </a:lnR>
                    <a:lnT w="12240">
                      <a:solidFill>
                        <a:srgbClr val="000000"/>
                      </a:solidFill>
                      <a:prstDash val="solid"/>
                    </a:lnT>
                    <a:lnB w="12240">
                      <a:solidFill>
                        <a:srgbClr val="000000"/>
                      </a:solidFill>
                      <a:prstDash val="solid"/>
                    </a:lnB>
                    <a:solidFill>
                      <a:schemeClr val="accent1">
                        <a:tint val="40000"/>
                      </a:schemeClr>
                    </a:solidFill>
                  </a:tcPr>
                </a:tc>
              </a:tr>
              <a:tr h="495720">
                <a:tc rowSpan="2">
                  <a:txBody>
                    <a:bodyPr anchor="t">
                      <a:noAutofit/>
                    </a:bodyPr>
                    <a:p>
                      <a:pPr defTabSz="914400">
                        <a:lnSpc>
                          <a:spcPct val="100000"/>
                        </a:lnSpc>
                      </a:pPr>
                      <a:r>
                        <a:rPr lang="en-US" sz="1800" b="1" u="none" strike="noStrike">
                          <a:solidFill>
                            <a:schemeClr val="dk1"/>
                          </a:solidFill>
                          <a:effectLst/>
                          <a:uFillTx/>
                          <a:latin typeface="Aptos"/>
                        </a:rPr>
                        <a:t>OL</a:t>
                      </a:r>
                      <a:endParaRPr lang="en-US" sz="18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91440" marR="91440" marT="45720" marB="45720">
                    <a:lnL w="12240">
                      <a:solidFill>
                        <a:srgbClr val="FFFFFF"/>
                      </a:solidFill>
                      <a:prstDash val="solid"/>
                    </a:lnL>
                    <a:lnR w="12240">
                      <a:solidFill>
                        <a:srgbClr val="000000"/>
                      </a:solidFill>
                      <a:prstDash val="solid"/>
                    </a:lnR>
                    <a:lnT w="12240">
                      <a:solidFill>
                        <a:srgbClr val="000000"/>
                      </a:solidFill>
                      <a:prstDash val="solid"/>
                    </a:lnT>
                    <a:lnB w="12240">
                      <a:solidFill>
                        <a:srgbClr val="FFFFFF"/>
                      </a:solidFill>
                      <a:prstDash val="solid"/>
                    </a:lnB>
                    <a:solidFill>
                      <a:schemeClr val="lt2">
                        <a:lumMod val="75000"/>
                      </a:schemeClr>
                    </a:solidFill>
                  </a:tcPr>
                </a:tc>
                <a:tc>
                  <a:txBody>
                    <a:bodyPr anchor="t">
                      <a:noAutofit/>
                    </a:bodyPr>
                    <a:p>
                      <a:pPr defTabSz="914400">
                        <a:lnSpc>
                          <a:spcPct val="100000"/>
                        </a:lnSpc>
                      </a:pPr>
                      <a:r>
                        <a:rPr lang="en-US" sz="1800" b="0" u="none" strike="noStrike">
                          <a:solidFill>
                            <a:schemeClr val="dk1"/>
                          </a:solidFill>
                          <a:effectLst/>
                          <a:uFillTx/>
                          <a:latin typeface="Aptos"/>
                        </a:rPr>
                        <a:t>2</a:t>
                      </a:r>
                      <a:endParaRPr lang="en-US" sz="18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91440" marR="91440" marT="45720" marB="45720">
                    <a:lnL w="12240">
                      <a:solidFill>
                        <a:srgbClr val="000000"/>
                      </a:solidFill>
                      <a:prstDash val="solid"/>
                    </a:lnL>
                    <a:lnR w="12240">
                      <a:solidFill>
                        <a:srgbClr val="000000"/>
                      </a:solidFill>
                      <a:prstDash val="solid"/>
                    </a:lnR>
                    <a:lnT w="12240">
                      <a:solidFill>
                        <a:srgbClr val="000000"/>
                      </a:solidFill>
                      <a:prstDash val="solid"/>
                    </a:lnT>
                    <a:lnB w="12240">
                      <a:solidFill>
                        <a:srgbClr val="000000"/>
                      </a:solidFill>
                      <a:prstDash val="solid"/>
                    </a:lnB>
                    <a:solidFill>
                      <a:schemeClr val="lt2">
                        <a:lumMod val="75000"/>
                      </a:schemeClr>
                    </a:solidFill>
                  </a:tcPr>
                </a:tc>
                <a:tc>
                  <a:txBody>
                    <a:bodyPr anchor="t">
                      <a:noAutofit/>
                    </a:bodyPr>
                    <a:p>
                      <a:pPr defTabSz="914400">
                        <a:lnSpc>
                          <a:spcPct val="100000"/>
                        </a:lnSpc>
                      </a:pPr>
                      <a:r>
                        <a:rPr lang="en-US" sz="1800" b="0" u="none" strike="noStrike">
                          <a:solidFill>
                            <a:schemeClr val="dk1"/>
                          </a:solidFill>
                          <a:effectLst/>
                          <a:uFillTx/>
                          <a:latin typeface="Aptos"/>
                        </a:rPr>
                        <a:t>0</a:t>
                      </a:r>
                      <a:endParaRPr lang="en-US" sz="18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91440" marR="91440" marT="45720" marB="45720">
                    <a:lnL w="12240">
                      <a:solidFill>
                        <a:srgbClr val="FFFFFF"/>
                      </a:solidFill>
                      <a:prstDash val="solid"/>
                    </a:lnL>
                    <a:lnR w="12240">
                      <a:solidFill>
                        <a:srgbClr val="000000"/>
                      </a:solidFill>
                      <a:prstDash val="solid"/>
                    </a:lnR>
                    <a:lnT w="12240">
                      <a:solidFill>
                        <a:srgbClr val="000000"/>
                      </a:solidFill>
                      <a:prstDash val="solid"/>
                    </a:lnT>
                    <a:lnB w="12240">
                      <a:solidFill>
                        <a:srgbClr val="000000"/>
                      </a:solidFill>
                      <a:prstDash val="solid"/>
                    </a:lnB>
                    <a:solidFill>
                      <a:schemeClr val="lt2">
                        <a:lumMod val="75000"/>
                      </a:schemeClr>
                    </a:solidFill>
                  </a:tcPr>
                </a:tc>
                <a:tc>
                  <a:txBody>
                    <a:bodyPr anchor="t">
                      <a:noAutofit/>
                    </a:bodyPr>
                    <a:p>
                      <a:pPr defTabSz="914400">
                        <a:lnSpc>
                          <a:spcPct val="100000"/>
                        </a:lnSpc>
                      </a:pPr>
                      <a:r>
                        <a:rPr lang="en-US" sz="1800" b="0" u="none" strike="noStrike">
                          <a:solidFill>
                            <a:schemeClr val="dk1"/>
                          </a:solidFill>
                          <a:effectLst/>
                          <a:uFillTx/>
                          <a:latin typeface="Aptos"/>
                        </a:rPr>
                        <a:t>2</a:t>
                      </a:r>
                      <a:endParaRPr lang="en-US" sz="18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91440" marR="91440" marT="45720" marB="45720">
                    <a:lnL w="12240">
                      <a:solidFill>
                        <a:srgbClr val="000000"/>
                      </a:solidFill>
                      <a:prstDash val="solid"/>
                    </a:lnL>
                    <a:lnR w="12240">
                      <a:solidFill>
                        <a:srgbClr val="000000"/>
                      </a:solidFill>
                      <a:prstDash val="solid"/>
                    </a:lnR>
                    <a:lnT w="12240">
                      <a:solidFill>
                        <a:srgbClr val="000000"/>
                      </a:solidFill>
                      <a:prstDash val="solid"/>
                    </a:lnT>
                    <a:lnB w="12240">
                      <a:solidFill>
                        <a:srgbClr val="000000"/>
                      </a:solidFill>
                      <a:prstDash val="solid"/>
                    </a:lnB>
                    <a:solidFill>
                      <a:schemeClr val="lt2">
                        <a:lumMod val="75000"/>
                      </a:schemeClr>
                    </a:solidFill>
                  </a:tcPr>
                </a:tc>
                <a:tc>
                  <a:txBody>
                    <a:bodyPr anchor="t">
                      <a:noAutofit/>
                    </a:bodyPr>
                    <a:p>
                      <a:pPr defTabSz="914400">
                        <a:lnSpc>
                          <a:spcPct val="100000"/>
                        </a:lnSpc>
                      </a:pPr>
                      <a:r>
                        <a:rPr lang="en-US" sz="1800" b="0" u="none" strike="noStrike">
                          <a:solidFill>
                            <a:schemeClr val="dk1"/>
                          </a:solidFill>
                          <a:effectLst/>
                          <a:uFillTx/>
                          <a:latin typeface="Aptos"/>
                        </a:rPr>
                        <a:t>1</a:t>
                      </a:r>
                      <a:endParaRPr lang="en-US" sz="18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91440" marR="91440" marT="45720" marB="45720">
                    <a:lnL w="12240">
                      <a:solidFill>
                        <a:srgbClr val="FFFFFF"/>
                      </a:solidFill>
                      <a:prstDash val="solid"/>
                    </a:lnL>
                    <a:lnR w="12240">
                      <a:solidFill>
                        <a:srgbClr val="FFFFFF"/>
                      </a:solidFill>
                      <a:prstDash val="solid"/>
                    </a:lnR>
                    <a:lnT w="12240">
                      <a:solidFill>
                        <a:srgbClr val="000000"/>
                      </a:solidFill>
                      <a:prstDash val="solid"/>
                    </a:lnT>
                    <a:lnB w="12240">
                      <a:solidFill>
                        <a:srgbClr val="000000"/>
                      </a:solidFill>
                      <a:prstDash val="solid"/>
                    </a:lnB>
                    <a:solidFill>
                      <a:schemeClr val="lt2">
                        <a:lumMod val="75000"/>
                      </a:schemeClr>
                    </a:solidFill>
                  </a:tcPr>
                </a:tc>
              </a:tr>
              <a:tr h="495720">
                <a:tc vMerge="1">
                  <a:txBody>
                    <a:bodyPr lIns="90000" tIns="45000" rIns="90000" bIns="45000" anchor="t">
                      <a:noAutofit/>
                    </a:bodyPr>
                    <a:p>
                      <a:endParaRPr lang="en-US" sz="18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90000" marR="90000" marT="45000" marB="4500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rgbClr val="729FCF"/>
                    </a:solidFill>
                  </a:tcPr>
                </a:tc>
                <a:tc>
                  <a:txBody>
                    <a:bodyPr anchor="t">
                      <a:noAutofit/>
                    </a:bodyPr>
                    <a:p>
                      <a:pPr defTabSz="914400">
                        <a:lnSpc>
                          <a:spcPct val="100000"/>
                        </a:lnSpc>
                      </a:pPr>
                      <a:r>
                        <a:rPr lang="en-US" sz="1800" b="0" u="none" strike="noStrike">
                          <a:solidFill>
                            <a:schemeClr val="dk1"/>
                          </a:solidFill>
                          <a:effectLst/>
                          <a:uFillTx/>
                          <a:latin typeface="Aptos"/>
                        </a:rPr>
                        <a:t>-</a:t>
                      </a:r>
                      <a:endParaRPr lang="en-US" sz="18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91440" marR="91440" marT="45720" marB="45720">
                    <a:lnL w="12240">
                      <a:solidFill>
                        <a:srgbClr val="000000"/>
                      </a:solidFill>
                      <a:prstDash val="solid"/>
                    </a:lnL>
                    <a:lnR w="12240">
                      <a:solidFill>
                        <a:srgbClr val="000000"/>
                      </a:solidFill>
                      <a:prstDash val="solid"/>
                    </a:lnR>
                    <a:lnT w="12240">
                      <a:solidFill>
                        <a:srgbClr val="FFFFFF"/>
                      </a:solidFill>
                      <a:prstDash val="solid"/>
                    </a:lnT>
                    <a:lnB w="12240">
                      <a:solidFill>
                        <a:srgbClr val="FFFFFF"/>
                      </a:solidFill>
                      <a:prstDash val="solid"/>
                    </a:lnB>
                    <a:solidFill>
                      <a:schemeClr val="lt2">
                        <a:lumMod val="75000"/>
                      </a:schemeClr>
                    </a:solidFill>
                  </a:tcPr>
                </a:tc>
                <a:tc>
                  <a:txBody>
                    <a:bodyPr anchor="t">
                      <a:noAutofit/>
                    </a:bodyPr>
                    <a:p>
                      <a:pPr defTabSz="914400">
                        <a:lnSpc>
                          <a:spcPct val="100000"/>
                        </a:lnSpc>
                      </a:pPr>
                      <a:r>
                        <a:rPr lang="en-US" sz="1800" b="0" u="none" strike="noStrike">
                          <a:solidFill>
                            <a:schemeClr val="dk1"/>
                          </a:solidFill>
                          <a:effectLst/>
                          <a:uFillTx/>
                          <a:latin typeface="Aptos"/>
                        </a:rPr>
                        <a:t>-</a:t>
                      </a:r>
                      <a:endParaRPr lang="en-US" sz="18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91440" marR="91440" marT="45720" marB="45720">
                    <a:lnL w="12240">
                      <a:solidFill>
                        <a:srgbClr val="FFFFFF"/>
                      </a:solidFill>
                      <a:prstDash val="solid"/>
                    </a:lnL>
                    <a:lnR w="12240">
                      <a:solidFill>
                        <a:srgbClr val="000000"/>
                      </a:solidFill>
                      <a:prstDash val="solid"/>
                    </a:lnR>
                    <a:lnT w="12240">
                      <a:solidFill>
                        <a:srgbClr val="FFFFFF"/>
                      </a:solidFill>
                      <a:prstDash val="solid"/>
                    </a:lnT>
                    <a:lnB w="12240">
                      <a:solidFill>
                        <a:srgbClr val="FFFFFF"/>
                      </a:solidFill>
                      <a:prstDash val="solid"/>
                    </a:lnB>
                    <a:solidFill>
                      <a:schemeClr val="lt2">
                        <a:lumMod val="75000"/>
                      </a:schemeClr>
                    </a:solidFill>
                  </a:tcPr>
                </a:tc>
                <a:tc>
                  <a:txBody>
                    <a:bodyPr anchor="t">
                      <a:noAutofit/>
                    </a:bodyPr>
                    <a:p>
                      <a:pPr defTabSz="914400">
                        <a:lnSpc>
                          <a:spcPct val="100000"/>
                        </a:lnSpc>
                      </a:pPr>
                      <a:r>
                        <a:rPr lang="en-US" sz="1800" b="0" u="none" strike="noStrike">
                          <a:solidFill>
                            <a:schemeClr val="dk1"/>
                          </a:solidFill>
                          <a:effectLst/>
                          <a:uFillTx/>
                          <a:latin typeface="Aptos"/>
                        </a:rPr>
                        <a:t>3</a:t>
                      </a:r>
                      <a:endParaRPr lang="en-US" sz="18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91440" marR="91440" marT="45720" marB="45720">
                    <a:lnL w="12240">
                      <a:solidFill>
                        <a:srgbClr val="000000"/>
                      </a:solidFill>
                      <a:prstDash val="solid"/>
                    </a:lnL>
                    <a:lnR w="12240">
                      <a:solidFill>
                        <a:srgbClr val="000000"/>
                      </a:solidFill>
                      <a:prstDash val="solid"/>
                    </a:lnR>
                    <a:lnT w="12240">
                      <a:solidFill>
                        <a:srgbClr val="FFFFFF"/>
                      </a:solidFill>
                      <a:prstDash val="solid"/>
                    </a:lnT>
                    <a:lnB w="12240">
                      <a:solidFill>
                        <a:srgbClr val="FFFFFF"/>
                      </a:solidFill>
                      <a:prstDash val="solid"/>
                    </a:lnB>
                    <a:solidFill>
                      <a:schemeClr val="lt2">
                        <a:lumMod val="75000"/>
                      </a:schemeClr>
                    </a:solidFill>
                  </a:tcPr>
                </a:tc>
                <a:tc>
                  <a:txBody>
                    <a:bodyPr anchor="t">
                      <a:noAutofit/>
                    </a:bodyPr>
                    <a:p>
                      <a:pPr defTabSz="914400">
                        <a:lnSpc>
                          <a:spcPct val="100000"/>
                        </a:lnSpc>
                      </a:pPr>
                      <a:r>
                        <a:rPr lang="en-US" sz="1800" b="0" u="none" strike="noStrike">
                          <a:solidFill>
                            <a:schemeClr val="dk1"/>
                          </a:solidFill>
                          <a:effectLst/>
                          <a:uFillTx/>
                          <a:latin typeface="Aptos"/>
                        </a:rPr>
                        <a:t>0</a:t>
                      </a:r>
                      <a:endParaRPr lang="en-US" sz="18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91440" marR="91440" marT="45720" marB="45720">
                    <a:lnL w="12240">
                      <a:solidFill>
                        <a:srgbClr val="FFFFFF"/>
                      </a:solidFill>
                      <a:prstDash val="solid"/>
                    </a:lnL>
                    <a:lnR w="12240">
                      <a:solidFill>
                        <a:srgbClr val="FFFFFF"/>
                      </a:solidFill>
                      <a:prstDash val="solid"/>
                    </a:lnR>
                    <a:lnT w="12240">
                      <a:solidFill>
                        <a:srgbClr val="FFFFFF"/>
                      </a:solidFill>
                      <a:prstDash val="solid"/>
                    </a:lnT>
                    <a:lnB w="12240">
                      <a:solidFill>
                        <a:srgbClr val="FFFFFF"/>
                      </a:solidFill>
                      <a:prstDash val="solid"/>
                    </a:lnB>
                    <a:solidFill>
                      <a:schemeClr val="lt2">
                        <a:lumMod val="75000"/>
                      </a:schemeClr>
                    </a:solidFill>
                  </a:tcPr>
                </a:tc>
              </a:tr>
            </a:tbl>
          </a:graphicData>
        </a:graphic>
      </p:graphicFrame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8" name="PlaceHolder 1"/>
          <p:cNvSpPr>
            <a:spLocks noGrp="1"/>
          </p:cNvSpPr>
          <p:nvPr>
            <p:ph type="title"/>
          </p:nvPr>
        </p:nvSpPr>
        <p:spPr>
          <a:xfrm>
            <a:off x="365400" y="365040"/>
            <a:ext cx="11603160" cy="134820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ctr">
            <a:noAutofit/>
          </a:bodyPr>
          <a:p>
            <a:pPr indent="0" algn="l" defTabSz="914400">
              <a:lnSpc>
                <a:spcPct val="90000"/>
              </a:lnSpc>
              <a:buNone/>
            </a:pPr>
            <a:r>
              <a:rPr lang="en-US" sz="4400" b="0" u="none" strike="noStrike">
                <a:solidFill>
                  <a:schemeClr val="dk1"/>
                </a:solidFill>
                <a:effectLst/>
                <a:uFillTx/>
                <a:latin typeface="Aptos Display"/>
              </a:rPr>
              <a:t>Gaze Configs x Speaking-Listening Configs</a:t>
            </a:r>
            <a:endParaRPr lang="en-US" sz="4400" b="0" u="none" strike="noStrike">
              <a:solidFill>
                <a:schemeClr val="dk1"/>
              </a:solidFill>
              <a:effectLst/>
              <a:uFillTx/>
              <a:latin typeface="Aptos Display"/>
            </a:endParaRPr>
          </a:p>
        </p:txBody>
      </p:sp>
      <p:sp>
        <p:nvSpPr>
          <p:cNvPr id="79" name="PlaceHolder 2"/>
          <p:cNvSpPr>
            <a:spLocks noGrp="1"/>
          </p:cNvSpPr>
          <p:nvPr>
            <p:ph/>
          </p:nvPr>
        </p:nvSpPr>
        <p:spPr>
          <a:xfrm>
            <a:off x="590400" y="1825560"/>
            <a:ext cx="10841040" cy="435096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t">
            <a:normAutofit/>
          </a:bodyPr>
          <a:p>
            <a:pPr marL="228600" indent="-228600" algn="l" defTabSz="914400">
              <a:lnSpc>
                <a:spcPct val="90000"/>
              </a:lnSpc>
              <a:spcBef>
                <a:spcPts val="1001"/>
              </a:spcBef>
              <a:buClr>
                <a:srgbClr val="000000"/>
              </a:buClr>
              <a:buFont typeface="Arial"/>
              <a:buChar char="•"/>
            </a:pPr>
            <a:r>
              <a:rPr lang="en-US" sz="2800" b="0" u="none" strike="noStrike">
                <a:solidFill>
                  <a:schemeClr val="dk1"/>
                </a:solidFill>
                <a:effectLst/>
                <a:uFillTx/>
                <a:latin typeface="Aptos"/>
              </a:rPr>
              <a:t>3 Gaze Configs (MG, DG, No_DG) x 3 Speaking Configs (SP, SI, OL) = 9 Mutually Exclusive Configs</a:t>
            </a:r>
            <a:endParaRPr lang="en-US" sz="2800" b="0" u="none" strike="noStrike">
              <a:solidFill>
                <a:schemeClr val="dk1"/>
              </a:solidFill>
              <a:effectLst/>
              <a:uFillTx/>
              <a:latin typeface="Aptos"/>
            </a:endParaRPr>
          </a:p>
          <a:p>
            <a:pPr marL="685800" lvl="1" indent="-228600" algn="l" defTabSz="914400">
              <a:lnSpc>
                <a:spcPct val="90000"/>
              </a:lnSpc>
              <a:spcBef>
                <a:spcPts val="499"/>
              </a:spcBef>
              <a:buClr>
                <a:srgbClr val="000000"/>
              </a:buClr>
              <a:buFont typeface="Courier New"/>
              <a:buChar char="o"/>
            </a:pPr>
            <a:r>
              <a:rPr lang="en-US" sz="2400" b="0" u="none" strike="noStrike">
                <a:solidFill>
                  <a:schemeClr val="dk1"/>
                </a:solidFill>
                <a:effectLst/>
                <a:uFillTx/>
                <a:latin typeface="Aptos"/>
              </a:rPr>
              <a:t>MG_SP, MG_SI, MG_OL</a:t>
            </a:r>
            <a:endParaRPr lang="en-US" sz="2400" b="0" u="none" strike="noStrike">
              <a:solidFill>
                <a:schemeClr val="dk1"/>
              </a:solidFill>
              <a:effectLst/>
              <a:uFillTx/>
              <a:latin typeface="Aptos"/>
            </a:endParaRPr>
          </a:p>
          <a:p>
            <a:pPr marL="685800" lvl="1" indent="-228600" algn="l" defTabSz="914400">
              <a:lnSpc>
                <a:spcPct val="90000"/>
              </a:lnSpc>
              <a:spcBef>
                <a:spcPts val="499"/>
              </a:spcBef>
              <a:buClr>
                <a:srgbClr val="000000"/>
              </a:buClr>
              <a:buFont typeface="Courier New"/>
              <a:buChar char="o"/>
            </a:pPr>
            <a:r>
              <a:rPr lang="en-US" sz="2400" b="0" u="none" strike="noStrike">
                <a:solidFill>
                  <a:schemeClr val="dk1"/>
                </a:solidFill>
                <a:effectLst/>
                <a:uFillTx/>
                <a:latin typeface="Aptos"/>
              </a:rPr>
              <a:t>DG_SP, DG_SI, DG_OL</a:t>
            </a:r>
            <a:endParaRPr lang="en-US" sz="2400" b="0" u="none" strike="noStrike">
              <a:solidFill>
                <a:schemeClr val="dk1"/>
              </a:solidFill>
              <a:effectLst/>
              <a:uFillTx/>
              <a:latin typeface="Aptos"/>
            </a:endParaRPr>
          </a:p>
          <a:p>
            <a:pPr marL="685800" lvl="1" indent="-228600" algn="l" defTabSz="914400">
              <a:lnSpc>
                <a:spcPct val="90000"/>
              </a:lnSpc>
              <a:spcBef>
                <a:spcPts val="499"/>
              </a:spcBef>
              <a:buClr>
                <a:srgbClr val="000000"/>
              </a:buClr>
              <a:buFont typeface="Courier New"/>
              <a:buChar char="o"/>
            </a:pPr>
            <a:r>
              <a:rPr lang="en-US" sz="2400" b="0" u="none" strike="noStrike">
                <a:solidFill>
                  <a:schemeClr val="dk1"/>
                </a:solidFill>
                <a:effectLst/>
                <a:uFillTx/>
                <a:latin typeface="Aptos"/>
              </a:rPr>
              <a:t>No_DG_SP, No_DG_SI, No_DG_OL</a:t>
            </a:r>
            <a:endParaRPr lang="en-US" sz="2400" b="0" u="none" strike="noStrike">
              <a:solidFill>
                <a:schemeClr val="dk1"/>
              </a:solidFill>
              <a:effectLst/>
              <a:uFillTx/>
              <a:latin typeface="Aptos"/>
            </a:endParaRPr>
          </a:p>
          <a:p>
            <a:pPr indent="0" algn="l" defTabSz="914400">
              <a:lnSpc>
                <a:spcPct val="90000"/>
              </a:lnSpc>
              <a:spcBef>
                <a:spcPts val="499"/>
              </a:spcBef>
              <a:buNone/>
            </a:pPr>
            <a:endParaRPr lang="en-US" sz="2400" b="0" u="none" strike="noStrike">
              <a:solidFill>
                <a:schemeClr val="dk1"/>
              </a:solidFill>
              <a:effectLst/>
              <a:uFillTx/>
              <a:latin typeface="Aptos"/>
            </a:endParaRPr>
          </a:p>
          <a:p>
            <a:pPr marL="228600" indent="-228600" algn="l" defTabSz="914400">
              <a:lnSpc>
                <a:spcPct val="90000"/>
              </a:lnSpc>
              <a:spcBef>
                <a:spcPts val="1001"/>
              </a:spcBef>
              <a:buClr>
                <a:srgbClr val="000000"/>
              </a:buClr>
              <a:buFont typeface="Arial"/>
              <a:buChar char="•"/>
            </a:pPr>
            <a:r>
              <a:rPr lang="en-US" sz="2800" b="1" u="none" strike="noStrike">
                <a:solidFill>
                  <a:schemeClr val="dk1"/>
                </a:solidFill>
                <a:effectLst/>
                <a:uFillTx/>
                <a:latin typeface="Aptos"/>
                <a:ea typeface="Aptos"/>
              </a:rPr>
              <a:t>RQs: </a:t>
            </a:r>
            <a:endParaRPr lang="en-US" sz="2800" b="0" u="none" strike="noStrike">
              <a:solidFill>
                <a:schemeClr val="dk1"/>
              </a:solidFill>
              <a:effectLst/>
              <a:uFillTx/>
              <a:latin typeface="Aptos"/>
            </a:endParaRPr>
          </a:p>
          <a:p>
            <a:pPr marL="685800" lvl="1" indent="-343080" algn="l" defTabSz="914400">
              <a:lnSpc>
                <a:spcPct val="90000"/>
              </a:lnSpc>
              <a:spcBef>
                <a:spcPts val="499"/>
              </a:spcBef>
              <a:buClr>
                <a:srgbClr val="000000"/>
              </a:buClr>
              <a:buFont typeface="Courier New"/>
              <a:buChar char="o"/>
            </a:pPr>
            <a:r>
              <a:rPr lang="en-US" sz="2400" b="0" u="none" strike="noStrike">
                <a:solidFill>
                  <a:schemeClr val="dk1"/>
                </a:solidFill>
                <a:effectLst/>
                <a:uFillTx/>
                <a:latin typeface="Aptos"/>
                <a:ea typeface="Aptos"/>
              </a:rPr>
              <a:t>How do TE values differ between all 9 configs?</a:t>
            </a:r>
            <a:endParaRPr lang="en-US" sz="2400" b="0" u="none" strike="noStrike">
              <a:solidFill>
                <a:schemeClr val="dk1"/>
              </a:solidFill>
              <a:effectLst/>
              <a:uFillTx/>
              <a:latin typeface="Aptos"/>
            </a:endParaRPr>
          </a:p>
          <a:p>
            <a:pPr marL="685800" lvl="1" indent="-343080" algn="l" defTabSz="914400">
              <a:lnSpc>
                <a:spcPct val="90000"/>
              </a:lnSpc>
              <a:spcBef>
                <a:spcPts val="499"/>
              </a:spcBef>
              <a:buClr>
                <a:srgbClr val="000000"/>
              </a:buClr>
              <a:buFont typeface="Courier New"/>
              <a:buChar char="o"/>
            </a:pPr>
            <a:r>
              <a:rPr lang="en-US" sz="2400" b="0" u="none" strike="noStrike">
                <a:solidFill>
                  <a:schemeClr val="dk1"/>
                </a:solidFill>
                <a:effectLst/>
                <a:uFillTx/>
                <a:latin typeface="Aptos"/>
                <a:ea typeface="Aptos"/>
              </a:rPr>
              <a:t>How well does a classifier learn to detect TE with these features?</a:t>
            </a:r>
            <a:endParaRPr lang="en-US" sz="2400" b="0" u="none" strike="noStrike">
              <a:solidFill>
                <a:schemeClr val="dk1"/>
              </a:solidFill>
              <a:effectLst/>
              <a:uFillTx/>
              <a:latin typeface="Aptos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0" name="PlaceHolder 1"/>
          <p:cNvSpPr>
            <a:spLocks noGrp="1"/>
          </p:cNvSpPr>
          <p:nvPr>
            <p:ph type="title"/>
          </p:nvPr>
        </p:nvSpPr>
        <p:spPr>
          <a:xfrm>
            <a:off x="365400" y="365040"/>
            <a:ext cx="11603160" cy="134820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ctr">
            <a:noAutofit/>
          </a:bodyPr>
          <a:p>
            <a:pPr indent="0" algn="l" defTabSz="914400">
              <a:lnSpc>
                <a:spcPct val="90000"/>
              </a:lnSpc>
              <a:buNone/>
            </a:pPr>
            <a:r>
              <a:rPr lang="en-US" sz="4400" b="0" u="none" strike="noStrike">
                <a:solidFill>
                  <a:schemeClr val="dk1"/>
                </a:solidFill>
                <a:effectLst/>
                <a:uFillTx/>
                <a:latin typeface="Aptos Display"/>
              </a:rPr>
              <a:t>Comments from Meeting</a:t>
            </a:r>
            <a:br>
              <a:rPr sz="4400"/>
            </a:br>
            <a:r>
              <a:rPr lang="en-US" sz="4400" b="0" u="none" strike="noStrike">
                <a:solidFill>
                  <a:schemeClr val="dk1"/>
                </a:solidFill>
                <a:effectLst/>
                <a:uFillTx/>
                <a:latin typeface="Aptos Display"/>
              </a:rPr>
              <a:t>Gaze Configs x Speaking-Silent Configs</a:t>
            </a:r>
            <a:endParaRPr lang="en-US" sz="4400" b="0" u="none" strike="noStrike">
              <a:solidFill>
                <a:schemeClr val="dk1"/>
              </a:solidFill>
              <a:effectLst/>
              <a:uFillTx/>
              <a:latin typeface="Aptos Display"/>
            </a:endParaRPr>
          </a:p>
        </p:txBody>
      </p:sp>
      <p:sp>
        <p:nvSpPr>
          <p:cNvPr id="81" name="PlaceHolder 2"/>
          <p:cNvSpPr>
            <a:spLocks noGrp="1"/>
          </p:cNvSpPr>
          <p:nvPr>
            <p:ph/>
          </p:nvPr>
        </p:nvSpPr>
        <p:spPr>
          <a:xfrm>
            <a:off x="590400" y="1825560"/>
            <a:ext cx="10841040" cy="435096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t">
            <a:normAutofit fontScale="77500" lnSpcReduction="19999"/>
          </a:bodyPr>
          <a:p>
            <a:pPr marL="228600" indent="-228600" algn="l" defTabSz="914400">
              <a:lnSpc>
                <a:spcPct val="90000"/>
              </a:lnSpc>
              <a:spcBef>
                <a:spcPts val="1001"/>
              </a:spcBef>
              <a:buClr>
                <a:srgbClr val="000000"/>
              </a:buClr>
              <a:buFont typeface="Arial"/>
              <a:buChar char="•"/>
            </a:pPr>
            <a:r>
              <a:rPr lang="en-US" sz="2800" b="0" u="none" strike="noStrike">
                <a:solidFill>
                  <a:schemeClr val="dk1"/>
                </a:solidFill>
                <a:effectLst/>
                <a:uFillTx/>
                <a:latin typeface="Aptos"/>
              </a:rPr>
              <a:t>SI</a:t>
            </a:r>
            <a:endParaRPr lang="en-US" sz="2800" b="0" u="none" strike="noStrike">
              <a:solidFill>
                <a:schemeClr val="dk1"/>
              </a:solidFill>
              <a:effectLst/>
              <a:uFillTx/>
              <a:latin typeface="Aptos"/>
            </a:endParaRPr>
          </a:p>
          <a:p>
            <a:pPr marL="685800" lvl="1" indent="-343080" algn="l" defTabSz="914400">
              <a:lnSpc>
                <a:spcPct val="90000"/>
              </a:lnSpc>
              <a:spcBef>
                <a:spcPts val="499"/>
              </a:spcBef>
              <a:buClr>
                <a:srgbClr val="000000"/>
              </a:buClr>
              <a:buFont typeface="Courier New"/>
              <a:buChar char="o"/>
            </a:pPr>
            <a:r>
              <a:rPr lang="en-US" sz="2400" b="0" u="none" strike="noStrike">
                <a:solidFill>
                  <a:schemeClr val="dk1"/>
                </a:solidFill>
                <a:effectLst/>
                <a:uFillTx/>
                <a:latin typeface="Aptos"/>
              </a:rPr>
              <a:t>G_SI (G means either MG or DG)</a:t>
            </a:r>
            <a:endParaRPr lang="en-US" sz="2400" b="0" u="none" strike="noStrike">
              <a:solidFill>
                <a:schemeClr val="dk1"/>
              </a:solidFill>
              <a:effectLst/>
              <a:uFillTx/>
              <a:latin typeface="Aptos"/>
            </a:endParaRPr>
          </a:p>
          <a:p>
            <a:pPr marL="685800" lvl="1" indent="-343080" algn="l" defTabSz="914400">
              <a:lnSpc>
                <a:spcPct val="90000"/>
              </a:lnSpc>
              <a:spcBef>
                <a:spcPts val="499"/>
              </a:spcBef>
              <a:buClr>
                <a:srgbClr val="000000"/>
              </a:buClr>
              <a:buFont typeface="Courier New"/>
              <a:buChar char="o"/>
            </a:pPr>
            <a:r>
              <a:rPr lang="en-US" sz="2400" b="0" u="none" strike="noStrike">
                <a:solidFill>
                  <a:schemeClr val="dk1"/>
                </a:solidFill>
                <a:effectLst/>
                <a:uFillTx/>
                <a:latin typeface="Aptos"/>
              </a:rPr>
              <a:t>No_G_SI (no G, no talk)</a:t>
            </a:r>
            <a:endParaRPr lang="en-US" sz="2400" b="0" u="none" strike="noStrike">
              <a:solidFill>
                <a:schemeClr val="dk1"/>
              </a:solidFill>
              <a:effectLst/>
              <a:uFillTx/>
              <a:latin typeface="Aptos"/>
            </a:endParaRPr>
          </a:p>
          <a:p>
            <a:pPr marL="228600" indent="-228600" algn="l" defTabSz="914400">
              <a:lnSpc>
                <a:spcPct val="90000"/>
              </a:lnSpc>
              <a:spcBef>
                <a:spcPts val="1001"/>
              </a:spcBef>
              <a:buClr>
                <a:srgbClr val="000000"/>
              </a:buClr>
              <a:buFont typeface="Arial"/>
              <a:buChar char="•"/>
            </a:pPr>
            <a:r>
              <a:rPr lang="en-US" sz="2800" b="0" u="none" strike="noStrike">
                <a:solidFill>
                  <a:schemeClr val="dk1"/>
                </a:solidFill>
                <a:effectLst/>
                <a:uFillTx/>
                <a:latin typeface="Aptos"/>
              </a:rPr>
              <a:t>SP</a:t>
            </a:r>
            <a:endParaRPr lang="en-US" sz="2800" b="0" u="none" strike="noStrike">
              <a:solidFill>
                <a:schemeClr val="dk1"/>
              </a:solidFill>
              <a:effectLst/>
              <a:uFillTx/>
              <a:latin typeface="Aptos"/>
            </a:endParaRPr>
          </a:p>
          <a:p>
            <a:pPr marL="685800" lvl="1" indent="-343080" algn="l" defTabSz="914400">
              <a:lnSpc>
                <a:spcPct val="90000"/>
              </a:lnSpc>
              <a:spcBef>
                <a:spcPts val="499"/>
              </a:spcBef>
              <a:buClr>
                <a:srgbClr val="000000"/>
              </a:buClr>
              <a:buFont typeface="Courier New"/>
              <a:buChar char="o"/>
            </a:pPr>
            <a:r>
              <a:rPr lang="en-US" sz="2400" b="0" u="none" strike="noStrike">
                <a:solidFill>
                  <a:schemeClr val="dk1"/>
                </a:solidFill>
                <a:effectLst/>
                <a:uFillTx/>
                <a:latin typeface="Aptos"/>
              </a:rPr>
              <a:t>G_OnSpeaker_SP </a:t>
            </a:r>
            <a:endParaRPr lang="en-US" sz="2400" b="0" u="none" strike="noStrike">
              <a:solidFill>
                <a:schemeClr val="dk1"/>
              </a:solidFill>
              <a:effectLst/>
              <a:uFillTx/>
              <a:latin typeface="Aptos"/>
            </a:endParaRPr>
          </a:p>
          <a:p>
            <a:pPr marL="685800" lvl="1" indent="-343080" algn="l" defTabSz="914400">
              <a:lnSpc>
                <a:spcPct val="90000"/>
              </a:lnSpc>
              <a:spcBef>
                <a:spcPts val="499"/>
              </a:spcBef>
              <a:buClr>
                <a:srgbClr val="000000"/>
              </a:buClr>
              <a:buFont typeface="Courier New"/>
              <a:buChar char="o"/>
            </a:pPr>
            <a:r>
              <a:rPr lang="en-US" sz="2400" b="0" u="none" strike="noStrike">
                <a:solidFill>
                  <a:schemeClr val="dk1"/>
                </a:solidFill>
                <a:effectLst/>
                <a:uFillTx/>
                <a:latin typeface="Aptos"/>
              </a:rPr>
              <a:t>No_G_OnSpeaker_SP</a:t>
            </a:r>
            <a:endParaRPr lang="en-US" sz="2400" b="0" u="none" strike="noStrike">
              <a:solidFill>
                <a:schemeClr val="dk1"/>
              </a:solidFill>
              <a:effectLst/>
              <a:uFillTx/>
              <a:latin typeface="Aptos"/>
            </a:endParaRPr>
          </a:p>
          <a:p>
            <a:pPr marL="228600" indent="-228600" algn="l" defTabSz="914400">
              <a:lnSpc>
                <a:spcPct val="90000"/>
              </a:lnSpc>
              <a:spcBef>
                <a:spcPts val="1001"/>
              </a:spcBef>
              <a:buClr>
                <a:srgbClr val="000000"/>
              </a:buClr>
              <a:buFont typeface="Arial"/>
              <a:buChar char="•"/>
            </a:pPr>
            <a:r>
              <a:rPr lang="en-US" sz="2800" b="0" u="none" strike="noStrike">
                <a:solidFill>
                  <a:schemeClr val="dk1"/>
                </a:solidFill>
                <a:effectLst/>
                <a:uFillTx/>
                <a:latin typeface="Aptos"/>
              </a:rPr>
              <a:t>OL</a:t>
            </a:r>
            <a:endParaRPr lang="en-US" sz="2800" b="0" u="none" strike="noStrike">
              <a:solidFill>
                <a:schemeClr val="dk1"/>
              </a:solidFill>
              <a:effectLst/>
              <a:uFillTx/>
              <a:latin typeface="Aptos"/>
            </a:endParaRPr>
          </a:p>
          <a:p>
            <a:pPr marL="685800" lvl="1" indent="-343080" algn="l" defTabSz="914400">
              <a:lnSpc>
                <a:spcPct val="90000"/>
              </a:lnSpc>
              <a:spcBef>
                <a:spcPts val="499"/>
              </a:spcBef>
              <a:buClr>
                <a:srgbClr val="000000"/>
              </a:buClr>
              <a:buFont typeface="Courier New"/>
              <a:buChar char="o"/>
            </a:pPr>
            <a:r>
              <a:rPr lang="en-US" sz="2400" b="0" u="none" strike="noStrike">
                <a:solidFill>
                  <a:schemeClr val="dk1"/>
                </a:solidFill>
                <a:effectLst/>
                <a:uFillTx/>
                <a:latin typeface="Aptos"/>
              </a:rPr>
              <a:t>G_OnSpeaker_OL (only for dyads potentially because it might be too complex for triads)</a:t>
            </a:r>
            <a:endParaRPr lang="en-US" sz="2400" b="0" u="none" strike="noStrike">
              <a:solidFill>
                <a:schemeClr val="dk1"/>
              </a:solidFill>
              <a:effectLst/>
              <a:uFillTx/>
              <a:latin typeface="Aptos"/>
            </a:endParaRPr>
          </a:p>
          <a:p>
            <a:pPr marL="228600" indent="-228600" algn="l" defTabSz="914400">
              <a:lnSpc>
                <a:spcPct val="90000"/>
              </a:lnSpc>
              <a:spcBef>
                <a:spcPts val="1001"/>
              </a:spcBef>
              <a:buClr>
                <a:srgbClr val="000000"/>
              </a:buClr>
              <a:buFont typeface="Arial"/>
              <a:buChar char="•"/>
            </a:pPr>
            <a:r>
              <a:rPr lang="en-US" sz="2800" b="0" u="none" strike="noStrike">
                <a:solidFill>
                  <a:schemeClr val="dk1"/>
                </a:solidFill>
                <a:effectLst/>
                <a:uFillTx/>
                <a:latin typeface="Aptos"/>
              </a:rPr>
              <a:t>Do we have a way to detect listening beyond G_OnSpeaker_SP?</a:t>
            </a:r>
            <a:endParaRPr lang="en-US" sz="2800" b="0" u="none" strike="noStrike">
              <a:solidFill>
                <a:schemeClr val="dk1"/>
              </a:solidFill>
              <a:effectLst/>
              <a:uFillTx/>
              <a:latin typeface="Aptos"/>
            </a:endParaRPr>
          </a:p>
          <a:p>
            <a:pPr indent="0" algn="l" defTabSz="914400">
              <a:lnSpc>
                <a:spcPct val="90000"/>
              </a:lnSpc>
              <a:spcBef>
                <a:spcPts val="1001"/>
              </a:spcBef>
              <a:buNone/>
            </a:pPr>
            <a:endParaRPr lang="en-US" sz="2800" b="0" u="none" strike="noStrike">
              <a:solidFill>
                <a:schemeClr val="dk1"/>
              </a:solidFill>
              <a:effectLst/>
              <a:uFillTx/>
              <a:latin typeface="Aptos"/>
            </a:endParaRPr>
          </a:p>
          <a:p>
            <a:pPr marL="228600" indent="-228600" algn="l" defTabSz="914400">
              <a:lnSpc>
                <a:spcPct val="90000"/>
              </a:lnSpc>
              <a:spcBef>
                <a:spcPts val="1001"/>
              </a:spcBef>
              <a:buClr>
                <a:srgbClr val="000000"/>
              </a:buClr>
              <a:buFont typeface="Arial"/>
              <a:buChar char="•"/>
            </a:pPr>
            <a:r>
              <a:rPr lang="en-US" sz="2800" b="0" u="none" strike="noStrike">
                <a:solidFill>
                  <a:schemeClr val="dk1"/>
                </a:solidFill>
                <a:effectLst/>
                <a:uFillTx/>
                <a:latin typeface="Aptos"/>
              </a:rPr>
              <a:t>9 Mutually Exclusive Configs</a:t>
            </a:r>
            <a:endParaRPr lang="en-US" sz="2800" b="0" u="none" strike="noStrike">
              <a:solidFill>
                <a:schemeClr val="dk1"/>
              </a:solidFill>
              <a:effectLst/>
              <a:uFillTx/>
              <a:latin typeface="Aptos"/>
            </a:endParaRPr>
          </a:p>
          <a:p>
            <a:pPr marL="685800" lvl="1" indent="-228600" algn="l" defTabSz="914400">
              <a:lnSpc>
                <a:spcPct val="90000"/>
              </a:lnSpc>
              <a:spcBef>
                <a:spcPts val="499"/>
              </a:spcBef>
              <a:buClr>
                <a:srgbClr val="000000"/>
              </a:buClr>
              <a:buFont typeface="Courier New"/>
              <a:buChar char="o"/>
            </a:pPr>
            <a:r>
              <a:rPr lang="en-US" sz="2400" b="0" u="none" strike="noStrike">
                <a:solidFill>
                  <a:schemeClr val="dk1"/>
                </a:solidFill>
                <a:effectLst/>
                <a:uFillTx/>
                <a:latin typeface="Aptos"/>
              </a:rPr>
              <a:t>MG_SP, MG_SI, MG_OL</a:t>
            </a:r>
            <a:endParaRPr lang="en-US" sz="2400" b="0" u="none" strike="noStrike">
              <a:solidFill>
                <a:schemeClr val="dk1"/>
              </a:solidFill>
              <a:effectLst/>
              <a:uFillTx/>
              <a:latin typeface="Aptos"/>
            </a:endParaRPr>
          </a:p>
          <a:p>
            <a:pPr marL="685800" lvl="1" indent="-228600" algn="l" defTabSz="914400">
              <a:lnSpc>
                <a:spcPct val="90000"/>
              </a:lnSpc>
              <a:spcBef>
                <a:spcPts val="499"/>
              </a:spcBef>
              <a:buClr>
                <a:srgbClr val="000000"/>
              </a:buClr>
              <a:buFont typeface="Courier New"/>
              <a:buChar char="o"/>
            </a:pPr>
            <a:r>
              <a:rPr lang="en-US" sz="2400" b="0" u="none" strike="noStrike">
                <a:solidFill>
                  <a:schemeClr val="dk1"/>
                </a:solidFill>
                <a:effectLst/>
                <a:uFillTx/>
                <a:latin typeface="Aptos"/>
              </a:rPr>
              <a:t>DG_SP, DG_SI, DG_OL</a:t>
            </a:r>
            <a:endParaRPr lang="en-US" sz="2400" b="0" u="none" strike="noStrike">
              <a:solidFill>
                <a:schemeClr val="dk1"/>
              </a:solidFill>
              <a:effectLst/>
              <a:uFillTx/>
              <a:latin typeface="Aptos"/>
            </a:endParaRPr>
          </a:p>
          <a:p>
            <a:pPr marL="685800" lvl="1" indent="-228600" algn="l" defTabSz="914400">
              <a:lnSpc>
                <a:spcPct val="90000"/>
              </a:lnSpc>
              <a:spcBef>
                <a:spcPts val="499"/>
              </a:spcBef>
              <a:buClr>
                <a:srgbClr val="000000"/>
              </a:buClr>
              <a:buFont typeface="Courier New"/>
              <a:buChar char="o"/>
            </a:pPr>
            <a:r>
              <a:rPr lang="en-US" sz="2400" b="0" u="none" strike="noStrike">
                <a:solidFill>
                  <a:schemeClr val="dk1"/>
                </a:solidFill>
                <a:effectLst/>
                <a:uFillTx/>
                <a:latin typeface="Aptos"/>
              </a:rPr>
              <a:t>No_DG_SP, No_DG_SI, No_DG_OL</a:t>
            </a:r>
            <a:endParaRPr lang="en-US" sz="2400" b="0" u="none" strike="noStrike">
              <a:solidFill>
                <a:schemeClr val="dk1"/>
              </a:solidFill>
              <a:effectLst/>
              <a:uFillTx/>
              <a:latin typeface="Aptos"/>
            </a:endParaRPr>
          </a:p>
          <a:p>
            <a:pPr indent="0" algn="l" defTabSz="914400">
              <a:lnSpc>
                <a:spcPct val="90000"/>
              </a:lnSpc>
              <a:spcBef>
                <a:spcPts val="1001"/>
              </a:spcBef>
              <a:buNone/>
              <a:tabLst>
                <a:tab pos="0" algn="l"/>
              </a:tabLst>
            </a:pPr>
            <a:endParaRPr lang="en-US" sz="2800" b="0" u="none" strike="noStrike">
              <a:solidFill>
                <a:schemeClr val="dk1"/>
              </a:solidFill>
              <a:effectLst/>
              <a:uFillTx/>
              <a:latin typeface="Aptos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2" name="PlaceHolder 1"/>
          <p:cNvSpPr>
            <a:spLocks noGrp="1"/>
          </p:cNvSpPr>
          <p:nvPr>
            <p:ph type="title"/>
          </p:nvPr>
        </p:nvSpPr>
        <p:spPr>
          <a:xfrm>
            <a:off x="838080" y="365040"/>
            <a:ext cx="10515240" cy="132516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ctr">
            <a:noAutofit/>
          </a:bodyPr>
          <a:p>
            <a:pPr indent="0" algn="l" defTabSz="914400">
              <a:lnSpc>
                <a:spcPct val="90000"/>
              </a:lnSpc>
              <a:buNone/>
            </a:pPr>
            <a:r>
              <a:rPr lang="en-US" sz="4400" b="0" u="none" strike="noStrike">
                <a:solidFill>
                  <a:schemeClr val="dk1"/>
                </a:solidFill>
                <a:effectLst/>
                <a:uFillTx/>
                <a:latin typeface="Aptos Display"/>
              </a:rPr>
              <a:t>Suggested Linguistic Features</a:t>
            </a:r>
            <a:endParaRPr lang="en-US" sz="4400" b="0" u="none" strike="noStrike">
              <a:solidFill>
                <a:schemeClr val="dk1"/>
              </a:solidFill>
              <a:effectLst/>
              <a:uFillTx/>
              <a:latin typeface="Aptos Display"/>
            </a:endParaRPr>
          </a:p>
        </p:txBody>
      </p:sp>
      <p:sp>
        <p:nvSpPr>
          <p:cNvPr id="83" name="PlaceHolder 2"/>
          <p:cNvSpPr>
            <a:spLocks noGrp="1"/>
          </p:cNvSpPr>
          <p:nvPr>
            <p:ph/>
          </p:nvPr>
        </p:nvSpPr>
        <p:spPr>
          <a:xfrm>
            <a:off x="730080" y="2362680"/>
            <a:ext cx="4144320" cy="375984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t">
            <a:normAutofit/>
          </a:bodyPr>
          <a:p>
            <a:pPr marL="228600" indent="-228600" algn="l" defTabSz="914400">
              <a:lnSpc>
                <a:spcPct val="90000"/>
              </a:lnSpc>
              <a:spcBef>
                <a:spcPts val="1001"/>
              </a:spcBef>
              <a:buClr>
                <a:srgbClr val="000000"/>
              </a:buClr>
              <a:buFont typeface="Arial"/>
              <a:buChar char="•"/>
            </a:pPr>
            <a:r>
              <a:rPr lang="en-US" sz="2800" b="0" u="none" strike="noStrike">
                <a:solidFill>
                  <a:schemeClr val="dk1"/>
                </a:solidFill>
                <a:effectLst/>
                <a:uFillTx/>
                <a:latin typeface="Aptos"/>
                <a:ea typeface="Aptos"/>
              </a:rPr>
              <a:t>Purely linguistic</a:t>
            </a:r>
            <a:endParaRPr lang="en-US" sz="2800" b="0" u="none" strike="noStrike">
              <a:solidFill>
                <a:schemeClr val="dk1"/>
              </a:solidFill>
              <a:effectLst/>
              <a:uFillTx/>
              <a:latin typeface="Aptos"/>
            </a:endParaRPr>
          </a:p>
          <a:p>
            <a:pPr marL="685800" lvl="1" indent="-228600" algn="l" defTabSz="914400">
              <a:lnSpc>
                <a:spcPct val="90000"/>
              </a:lnSpc>
              <a:spcBef>
                <a:spcPts val="499"/>
              </a:spcBef>
              <a:buClr>
                <a:srgbClr val="000000"/>
              </a:buClr>
              <a:buFont typeface="Arial"/>
              <a:buChar char="•"/>
            </a:pPr>
            <a:r>
              <a:rPr lang="en-US" sz="2400" b="0" u="none" strike="noStrike">
                <a:solidFill>
                  <a:schemeClr val="dk1"/>
                </a:solidFill>
                <a:effectLst/>
                <a:uFillTx/>
                <a:latin typeface="Aptos"/>
                <a:ea typeface="Aptos"/>
              </a:rPr>
              <a:t>segment_duration_s </a:t>
            </a:r>
            <a:endParaRPr lang="en-US" sz="2400" b="0" u="none" strike="noStrike">
              <a:solidFill>
                <a:schemeClr val="dk1"/>
              </a:solidFill>
              <a:effectLst/>
              <a:uFillTx/>
              <a:latin typeface="Aptos"/>
            </a:endParaRPr>
          </a:p>
          <a:p>
            <a:pPr marL="685800" lvl="1" indent="-228600" algn="l" defTabSz="914400">
              <a:lnSpc>
                <a:spcPct val="90000"/>
              </a:lnSpc>
              <a:spcBef>
                <a:spcPts val="499"/>
              </a:spcBef>
              <a:buClr>
                <a:srgbClr val="000000"/>
              </a:buClr>
              <a:buFont typeface="Arial"/>
              <a:buChar char="•"/>
            </a:pPr>
            <a:r>
              <a:rPr lang="en-US" sz="2400" b="0" u="none" strike="noStrike">
                <a:solidFill>
                  <a:schemeClr val="dk1"/>
                </a:solidFill>
                <a:effectLst/>
                <a:uFillTx/>
                <a:latin typeface="Aptos"/>
                <a:ea typeface="Aptos"/>
              </a:rPr>
              <a:t>word_count     </a:t>
            </a:r>
            <a:endParaRPr lang="en-US" sz="2400" b="0" u="none" strike="noStrike">
              <a:solidFill>
                <a:schemeClr val="dk1"/>
              </a:solidFill>
              <a:effectLst/>
              <a:uFillTx/>
              <a:latin typeface="Aptos"/>
            </a:endParaRPr>
          </a:p>
          <a:p>
            <a:pPr marL="685800" lvl="1" indent="-228600" algn="l" defTabSz="914400">
              <a:lnSpc>
                <a:spcPct val="90000"/>
              </a:lnSpc>
              <a:spcBef>
                <a:spcPts val="499"/>
              </a:spcBef>
              <a:buClr>
                <a:srgbClr val="000000"/>
              </a:buClr>
              <a:buFont typeface="Arial"/>
              <a:buChar char="•"/>
            </a:pPr>
            <a:r>
              <a:rPr lang="en-US" sz="2400" b="0" u="none" strike="noStrike">
                <a:solidFill>
                  <a:schemeClr val="dk1"/>
                </a:solidFill>
                <a:effectLst/>
                <a:uFillTx/>
                <a:latin typeface="Aptos"/>
                <a:ea typeface="Aptos"/>
              </a:rPr>
              <a:t>avg_word_length </a:t>
            </a:r>
            <a:endParaRPr lang="en-US" sz="2400" b="0" u="none" strike="noStrike">
              <a:solidFill>
                <a:schemeClr val="dk1"/>
              </a:solidFill>
              <a:effectLst/>
              <a:uFillTx/>
              <a:latin typeface="Aptos"/>
            </a:endParaRPr>
          </a:p>
          <a:p>
            <a:pPr marL="685800" lvl="1" indent="-228600" algn="l" defTabSz="914400">
              <a:lnSpc>
                <a:spcPct val="90000"/>
              </a:lnSpc>
              <a:spcBef>
                <a:spcPts val="499"/>
              </a:spcBef>
              <a:buClr>
                <a:srgbClr val="000000"/>
              </a:buClr>
              <a:buFont typeface="Arial"/>
              <a:buChar char="•"/>
            </a:pPr>
            <a:r>
              <a:rPr lang="en-US" sz="2400" b="0" u="none" strike="noStrike">
                <a:solidFill>
                  <a:schemeClr val="dk1"/>
                </a:solidFill>
                <a:effectLst/>
                <a:uFillTx/>
                <a:latin typeface="Aptos"/>
                <a:ea typeface="Aptos"/>
              </a:rPr>
              <a:t>words_per_second  </a:t>
            </a:r>
            <a:endParaRPr lang="en-US" sz="2400" b="0" u="none" strike="noStrike">
              <a:solidFill>
                <a:schemeClr val="dk1"/>
              </a:solidFill>
              <a:effectLst/>
              <a:uFillTx/>
              <a:latin typeface="Aptos"/>
            </a:endParaRPr>
          </a:p>
          <a:p>
            <a:pPr marL="685800" lvl="1" indent="-228600" algn="l" defTabSz="914400">
              <a:lnSpc>
                <a:spcPct val="90000"/>
              </a:lnSpc>
              <a:spcBef>
                <a:spcPts val="499"/>
              </a:spcBef>
              <a:buClr>
                <a:srgbClr val="000000"/>
              </a:buClr>
              <a:buFont typeface="Arial"/>
              <a:buChar char="•"/>
            </a:pPr>
            <a:r>
              <a:rPr lang="en-US" sz="2400" b="0" u="none" strike="noStrike">
                <a:solidFill>
                  <a:schemeClr val="dk1"/>
                </a:solidFill>
                <a:effectLst/>
                <a:uFillTx/>
                <a:latin typeface="Aptos"/>
                <a:ea typeface="Aptos"/>
              </a:rPr>
              <a:t>question                 </a:t>
            </a:r>
            <a:endParaRPr lang="en-US" sz="2400" b="0" u="none" strike="noStrike">
              <a:solidFill>
                <a:schemeClr val="dk1"/>
              </a:solidFill>
              <a:effectLst/>
              <a:uFillTx/>
              <a:latin typeface="Aptos"/>
            </a:endParaRPr>
          </a:p>
          <a:p>
            <a:pPr marL="685800" lvl="1" indent="-228600" algn="l" defTabSz="914400">
              <a:lnSpc>
                <a:spcPct val="90000"/>
              </a:lnSpc>
              <a:spcBef>
                <a:spcPts val="499"/>
              </a:spcBef>
              <a:buClr>
                <a:srgbClr val="000000"/>
              </a:buClr>
              <a:buFont typeface="Arial"/>
              <a:buChar char="•"/>
            </a:pPr>
            <a:r>
              <a:rPr lang="en-US" sz="2400" b="0" u="none" strike="noStrike">
                <a:solidFill>
                  <a:schemeClr val="dk1"/>
                </a:solidFill>
                <a:effectLst/>
                <a:uFillTx/>
                <a:latin typeface="Aptos"/>
                <a:ea typeface="Aptos"/>
              </a:rPr>
              <a:t>statement                </a:t>
            </a:r>
            <a:endParaRPr lang="en-US" sz="2400" b="0" u="none" strike="noStrike">
              <a:solidFill>
                <a:schemeClr val="dk1"/>
              </a:solidFill>
              <a:effectLst/>
              <a:uFillTx/>
              <a:latin typeface="Aptos"/>
            </a:endParaRPr>
          </a:p>
        </p:txBody>
      </p:sp>
      <p:sp>
        <p:nvSpPr>
          <p:cNvPr id="84" name="Content Placeholder 2"/>
          <p:cNvSpPr/>
          <p:nvPr/>
        </p:nvSpPr>
        <p:spPr>
          <a:xfrm>
            <a:off x="5171040" y="2361240"/>
            <a:ext cx="6666480" cy="37598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anchor="t">
            <a:normAutofit/>
          </a:bodyPr>
          <a:p>
            <a:pPr marL="343080" indent="-228600" defTabSz="914400">
              <a:lnSpc>
                <a:spcPct val="90000"/>
              </a:lnSpc>
              <a:spcBef>
                <a:spcPts val="1001"/>
              </a:spcBef>
              <a:buClr>
                <a:srgbClr val="000000"/>
              </a:buClr>
              <a:buFont typeface="Arial"/>
              <a:buChar char="•"/>
            </a:pPr>
            <a:r>
              <a:rPr lang="en-US" sz="2800" b="0" u="none" strike="noStrike">
                <a:solidFill>
                  <a:schemeClr val="dk1"/>
                </a:solidFill>
                <a:effectLst/>
                <a:uFillTx/>
                <a:latin typeface="Aptos"/>
                <a:ea typeface="Aptos"/>
              </a:rPr>
              <a:t>Affective derived from  linguistic</a:t>
            </a:r>
            <a:endParaRPr lang="en-US" sz="2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800280" lvl="1" indent="-343080" defTabSz="914400">
              <a:lnSpc>
                <a:spcPct val="90000"/>
              </a:lnSpc>
              <a:spcBef>
                <a:spcPts val="499"/>
              </a:spcBef>
              <a:buClr>
                <a:srgbClr val="000000"/>
              </a:buClr>
              <a:buFont typeface="Arial"/>
              <a:buChar char="•"/>
            </a:pPr>
            <a:r>
              <a:rPr lang="en-US" sz="2400" b="0" u="none" strike="noStrike">
                <a:solidFill>
                  <a:schemeClr val="dk1"/>
                </a:solidFill>
                <a:effectLst/>
                <a:uFillTx/>
                <a:latin typeface="Aptos"/>
                <a:ea typeface="Aptos"/>
              </a:rPr>
              <a:t>sentiment_p_blue_mean   </a:t>
            </a:r>
            <a:endParaRPr lang="en-US" sz="2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800280" lvl="1" indent="-343080" defTabSz="914400">
              <a:lnSpc>
                <a:spcPct val="90000"/>
              </a:lnSpc>
              <a:spcBef>
                <a:spcPts val="499"/>
              </a:spcBef>
              <a:buClr>
                <a:srgbClr val="000000"/>
              </a:buClr>
              <a:buFont typeface="Arial"/>
              <a:buChar char="•"/>
            </a:pPr>
            <a:r>
              <a:rPr lang="en-US" sz="2400" b="0" u="none" strike="noStrike">
                <a:solidFill>
                  <a:schemeClr val="dk1"/>
                </a:solidFill>
                <a:effectLst/>
                <a:uFillTx/>
                <a:latin typeface="Aptos"/>
                <a:ea typeface="Aptos"/>
              </a:rPr>
              <a:t>sentiment_p_green_mean   </a:t>
            </a:r>
            <a:endParaRPr lang="en-US" sz="2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800280" lvl="1" indent="-343080" defTabSz="914400">
              <a:lnSpc>
                <a:spcPct val="90000"/>
              </a:lnSpc>
              <a:spcBef>
                <a:spcPts val="499"/>
              </a:spcBef>
              <a:buClr>
                <a:srgbClr val="000000"/>
              </a:buClr>
              <a:buFont typeface="Arial"/>
              <a:buChar char="•"/>
            </a:pPr>
            <a:r>
              <a:rPr lang="en-US" sz="2400" b="0" u="none" strike="noStrike">
                <a:solidFill>
                  <a:schemeClr val="dk1"/>
                </a:solidFill>
                <a:effectLst/>
                <a:uFillTx/>
                <a:latin typeface="Aptos"/>
                <a:ea typeface="Aptos"/>
              </a:rPr>
              <a:t>sentiment_p_red_mean    </a:t>
            </a:r>
            <a:endParaRPr lang="en-US" sz="2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800280" lvl="1" indent="-343080" defTabSz="914400">
              <a:lnSpc>
                <a:spcPct val="90000"/>
              </a:lnSpc>
              <a:spcBef>
                <a:spcPts val="499"/>
              </a:spcBef>
              <a:buClr>
                <a:srgbClr val="000000"/>
              </a:buClr>
              <a:buFont typeface="Arial"/>
              <a:buChar char="•"/>
            </a:pPr>
            <a:r>
              <a:rPr lang="en-US" sz="2400" b="0" u="none" strike="noStrike">
                <a:solidFill>
                  <a:schemeClr val="dk1"/>
                </a:solidFill>
                <a:effectLst/>
                <a:uFillTx/>
                <a:latin typeface="Aptos"/>
                <a:ea typeface="Aptos"/>
              </a:rPr>
              <a:t>arousal_mean           </a:t>
            </a:r>
            <a:endParaRPr lang="en-US" sz="2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800280" lvl="1" indent="-343080" defTabSz="914400">
              <a:lnSpc>
                <a:spcPct val="90000"/>
              </a:lnSpc>
              <a:spcBef>
                <a:spcPts val="499"/>
              </a:spcBef>
              <a:buClr>
                <a:srgbClr val="000000"/>
              </a:buClr>
              <a:buFont typeface="Arial"/>
              <a:buChar char="•"/>
            </a:pPr>
            <a:r>
              <a:rPr lang="en-US" sz="2400" b="0" u="none" strike="noStrike">
                <a:solidFill>
                  <a:schemeClr val="dk1"/>
                </a:solidFill>
                <a:effectLst/>
                <a:uFillTx/>
                <a:latin typeface="Aptos"/>
                <a:ea typeface="Aptos"/>
              </a:rPr>
              <a:t>dominance_mean          </a:t>
            </a:r>
            <a:endParaRPr lang="en-US" sz="2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800280" lvl="1" indent="-343080" defTabSz="914400">
              <a:lnSpc>
                <a:spcPct val="90000"/>
              </a:lnSpc>
              <a:spcBef>
                <a:spcPts val="499"/>
              </a:spcBef>
              <a:buClr>
                <a:srgbClr val="000000"/>
              </a:buClr>
              <a:buFont typeface="Arial"/>
              <a:buChar char="•"/>
            </a:pPr>
            <a:r>
              <a:rPr lang="en-US" sz="2400" b="0" u="none" strike="noStrike">
                <a:solidFill>
                  <a:schemeClr val="dk1"/>
                </a:solidFill>
                <a:effectLst/>
                <a:uFillTx/>
                <a:latin typeface="Aptos"/>
                <a:ea typeface="Aptos"/>
              </a:rPr>
              <a:t>valence_mean             </a:t>
            </a:r>
            <a:endParaRPr lang="en-US" sz="2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90000"/>
              </a:lnSpc>
              <a:spcBef>
                <a:spcPts val="499"/>
              </a:spcBef>
            </a:pPr>
            <a:endParaRPr lang="en-US" sz="2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85" name="Content Placeholder 2"/>
          <p:cNvSpPr/>
          <p:nvPr/>
        </p:nvSpPr>
        <p:spPr>
          <a:xfrm>
            <a:off x="836640" y="1690560"/>
            <a:ext cx="10860840" cy="5202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anchor="t">
            <a:normAutofit/>
          </a:bodyPr>
          <a:p>
            <a:pPr marL="228600" indent="-228600" defTabSz="914400">
              <a:lnSpc>
                <a:spcPct val="90000"/>
              </a:lnSpc>
              <a:spcBef>
                <a:spcPts val="1001"/>
              </a:spcBef>
              <a:buClr>
                <a:srgbClr val="000000"/>
              </a:buClr>
              <a:buFont typeface="Arial"/>
              <a:buChar char="•"/>
            </a:pPr>
            <a:r>
              <a:rPr lang="en-US" sz="2800" b="0" u="none" strike="noStrike">
                <a:solidFill>
                  <a:schemeClr val="dk1"/>
                </a:solidFill>
                <a:effectLst/>
                <a:uFillTx/>
                <a:latin typeface="Aptos"/>
              </a:rPr>
              <a:t>From transcripts (Tobias Hallmen did it yaay!)</a:t>
            </a:r>
            <a:endParaRPr lang="en-US" sz="2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6" name="PlaceHolder 1"/>
          <p:cNvSpPr>
            <a:spLocks noGrp="1"/>
          </p:cNvSpPr>
          <p:nvPr>
            <p:ph type="title"/>
          </p:nvPr>
        </p:nvSpPr>
        <p:spPr>
          <a:xfrm>
            <a:off x="838080" y="365040"/>
            <a:ext cx="10515240" cy="132516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ctr">
            <a:noAutofit/>
          </a:bodyPr>
          <a:p>
            <a:pPr indent="0" algn="l" defTabSz="914400">
              <a:lnSpc>
                <a:spcPct val="90000"/>
              </a:lnSpc>
              <a:buNone/>
            </a:pPr>
            <a:r>
              <a:rPr lang="en-US" sz="4400" b="0" u="none" strike="noStrike">
                <a:solidFill>
                  <a:schemeClr val="dk1"/>
                </a:solidFill>
                <a:effectLst/>
                <a:uFillTx/>
                <a:latin typeface="Aptos Display"/>
              </a:rPr>
              <a:t>Suggested Linguistic Features</a:t>
            </a:r>
            <a:endParaRPr lang="en-US" sz="4400" b="0" u="none" strike="noStrike">
              <a:solidFill>
                <a:schemeClr val="dk1"/>
              </a:solidFill>
              <a:effectLst/>
              <a:uFillTx/>
              <a:latin typeface="Aptos Display"/>
            </a:endParaRPr>
          </a:p>
        </p:txBody>
      </p:sp>
      <p:sp>
        <p:nvSpPr>
          <p:cNvPr id="87" name="PlaceHolder 2"/>
          <p:cNvSpPr>
            <a:spLocks noGrp="1"/>
          </p:cNvSpPr>
          <p:nvPr>
            <p:ph/>
          </p:nvPr>
        </p:nvSpPr>
        <p:spPr>
          <a:xfrm>
            <a:off x="730080" y="2362680"/>
            <a:ext cx="10152720" cy="375984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t">
            <a:normAutofit/>
          </a:bodyPr>
          <a:p>
            <a:pPr marL="228600" indent="-228600" algn="l" defTabSz="914400">
              <a:lnSpc>
                <a:spcPct val="90000"/>
              </a:lnSpc>
              <a:spcBef>
                <a:spcPts val="1001"/>
              </a:spcBef>
              <a:buClr>
                <a:srgbClr val="000000"/>
              </a:buClr>
              <a:buFont typeface="Arial"/>
              <a:buChar char="•"/>
            </a:pPr>
            <a:r>
              <a:rPr lang="en-US" sz="2800" b="0" u="none" strike="noStrike">
                <a:solidFill>
                  <a:schemeClr val="dk1"/>
                </a:solidFill>
                <a:effectLst/>
                <a:uFillTx/>
                <a:latin typeface="Aptos"/>
                <a:ea typeface="Aptos"/>
              </a:rPr>
              <a:t>Purely linguistic</a:t>
            </a:r>
            <a:endParaRPr lang="en-US" sz="2800" b="0" u="none" strike="noStrike">
              <a:solidFill>
                <a:schemeClr val="dk1"/>
              </a:solidFill>
              <a:effectLst/>
              <a:uFillTx/>
              <a:latin typeface="Aptos"/>
            </a:endParaRPr>
          </a:p>
          <a:p>
            <a:pPr marL="685800" lvl="1" indent="-228600" algn="l" defTabSz="914400">
              <a:lnSpc>
                <a:spcPct val="90000"/>
              </a:lnSpc>
              <a:spcBef>
                <a:spcPts val="499"/>
              </a:spcBef>
              <a:buClr>
                <a:srgbClr val="000000"/>
              </a:buClr>
              <a:buFont typeface="Arial"/>
              <a:buChar char="•"/>
            </a:pPr>
            <a:r>
              <a:rPr lang="en-US" sz="2400" b="0" u="none" strike="noStrike">
                <a:solidFill>
                  <a:schemeClr val="dk1"/>
                </a:solidFill>
                <a:effectLst/>
                <a:uFillTx/>
                <a:latin typeface="Aptos"/>
                <a:ea typeface="Aptos"/>
              </a:rPr>
              <a:t>segment_duration_s (length of what Whisper outputs as a segment, kind of like sentence length)</a:t>
            </a:r>
            <a:endParaRPr lang="en-US" sz="2400" b="0" u="none" strike="noStrike">
              <a:solidFill>
                <a:schemeClr val="dk1"/>
              </a:solidFill>
              <a:effectLst/>
              <a:uFillTx/>
              <a:latin typeface="Aptos"/>
            </a:endParaRPr>
          </a:p>
          <a:p>
            <a:pPr marL="685800" lvl="1" indent="-228600" algn="l" defTabSz="914400">
              <a:lnSpc>
                <a:spcPct val="90000"/>
              </a:lnSpc>
              <a:spcBef>
                <a:spcPts val="499"/>
              </a:spcBef>
              <a:buClr>
                <a:srgbClr val="000000"/>
              </a:buClr>
              <a:buFont typeface="Arial"/>
              <a:buChar char="•"/>
            </a:pPr>
            <a:r>
              <a:rPr lang="en-US" sz="2400" b="0" u="none" strike="noStrike">
                <a:solidFill>
                  <a:schemeClr val="dk1"/>
                </a:solidFill>
                <a:effectLst/>
                <a:uFillTx/>
                <a:latin typeface="Aptos"/>
                <a:ea typeface="Aptos"/>
              </a:rPr>
              <a:t>word_count     </a:t>
            </a:r>
            <a:endParaRPr lang="en-US" sz="2400" b="0" u="none" strike="noStrike">
              <a:solidFill>
                <a:schemeClr val="dk1"/>
              </a:solidFill>
              <a:effectLst/>
              <a:uFillTx/>
              <a:latin typeface="Aptos"/>
            </a:endParaRPr>
          </a:p>
          <a:p>
            <a:pPr marL="685800" lvl="1" indent="-228600" algn="l" defTabSz="914400">
              <a:lnSpc>
                <a:spcPct val="90000"/>
              </a:lnSpc>
              <a:spcBef>
                <a:spcPts val="499"/>
              </a:spcBef>
              <a:buClr>
                <a:srgbClr val="000000"/>
              </a:buClr>
              <a:buFont typeface="Arial"/>
              <a:buChar char="•"/>
            </a:pPr>
            <a:r>
              <a:rPr lang="en-US" sz="2400" b="0" u="none" strike="noStrike">
                <a:solidFill>
                  <a:schemeClr val="dk1"/>
                </a:solidFill>
                <a:effectLst/>
                <a:uFillTx/>
                <a:latin typeface="Aptos"/>
                <a:ea typeface="Aptos"/>
              </a:rPr>
              <a:t>avg_word_length </a:t>
            </a:r>
            <a:endParaRPr lang="en-US" sz="2400" b="0" u="none" strike="noStrike">
              <a:solidFill>
                <a:schemeClr val="dk1"/>
              </a:solidFill>
              <a:effectLst/>
              <a:uFillTx/>
              <a:latin typeface="Aptos"/>
            </a:endParaRPr>
          </a:p>
          <a:p>
            <a:pPr marL="685800" lvl="1" indent="-228600" algn="l" defTabSz="914400">
              <a:lnSpc>
                <a:spcPct val="90000"/>
              </a:lnSpc>
              <a:spcBef>
                <a:spcPts val="499"/>
              </a:spcBef>
              <a:buClr>
                <a:srgbClr val="000000"/>
              </a:buClr>
              <a:buFont typeface="Arial"/>
              <a:buChar char="•"/>
            </a:pPr>
            <a:r>
              <a:rPr lang="en-US" sz="2400" b="0" u="none" strike="noStrike">
                <a:solidFill>
                  <a:schemeClr val="dk1"/>
                </a:solidFill>
                <a:effectLst/>
                <a:uFillTx/>
                <a:latin typeface="Aptos"/>
                <a:ea typeface="Aptos"/>
              </a:rPr>
              <a:t>words_per_second  </a:t>
            </a:r>
            <a:endParaRPr lang="en-US" sz="2400" b="0" u="none" strike="noStrike">
              <a:solidFill>
                <a:schemeClr val="dk1"/>
              </a:solidFill>
              <a:effectLst/>
              <a:uFillTx/>
              <a:latin typeface="Aptos"/>
            </a:endParaRPr>
          </a:p>
          <a:p>
            <a:pPr marL="685800" lvl="1" indent="-228600" algn="l" defTabSz="914400">
              <a:lnSpc>
                <a:spcPct val="90000"/>
              </a:lnSpc>
              <a:spcBef>
                <a:spcPts val="499"/>
              </a:spcBef>
              <a:buClr>
                <a:srgbClr val="000000"/>
              </a:buClr>
              <a:buFont typeface="Arial"/>
              <a:buChar char="•"/>
            </a:pPr>
            <a:r>
              <a:rPr lang="en-US" sz="2400" b="0" u="none" strike="noStrike">
                <a:solidFill>
                  <a:schemeClr val="dk1"/>
                </a:solidFill>
                <a:effectLst/>
                <a:uFillTx/>
                <a:latin typeface="Aptos"/>
                <a:ea typeface="Aptos"/>
              </a:rPr>
              <a:t>question                 </a:t>
            </a:r>
            <a:endParaRPr lang="en-US" sz="2400" b="0" u="none" strike="noStrike">
              <a:solidFill>
                <a:schemeClr val="dk1"/>
              </a:solidFill>
              <a:effectLst/>
              <a:uFillTx/>
              <a:latin typeface="Aptos"/>
            </a:endParaRPr>
          </a:p>
          <a:p>
            <a:pPr marL="685800" lvl="1" indent="-228600" algn="l" defTabSz="914400">
              <a:lnSpc>
                <a:spcPct val="90000"/>
              </a:lnSpc>
              <a:spcBef>
                <a:spcPts val="499"/>
              </a:spcBef>
              <a:buClr>
                <a:srgbClr val="000000"/>
              </a:buClr>
              <a:buFont typeface="Arial"/>
              <a:buChar char="•"/>
            </a:pPr>
            <a:r>
              <a:rPr lang="en-US" sz="2400" b="0" u="none" strike="noStrike">
                <a:solidFill>
                  <a:schemeClr val="dk1"/>
                </a:solidFill>
                <a:effectLst/>
                <a:uFillTx/>
                <a:latin typeface="Aptos"/>
                <a:ea typeface="Aptos"/>
              </a:rPr>
              <a:t>statement                </a:t>
            </a:r>
            <a:endParaRPr lang="en-US" sz="2400" b="0" u="none" strike="noStrike">
              <a:solidFill>
                <a:schemeClr val="dk1"/>
              </a:solidFill>
              <a:effectLst/>
              <a:uFillTx/>
              <a:latin typeface="Aptos"/>
            </a:endParaRPr>
          </a:p>
        </p:txBody>
      </p:sp>
      <p:sp>
        <p:nvSpPr>
          <p:cNvPr id="88" name="Content Placeholder 2"/>
          <p:cNvSpPr/>
          <p:nvPr/>
        </p:nvSpPr>
        <p:spPr>
          <a:xfrm>
            <a:off x="836640" y="1690560"/>
            <a:ext cx="10860840" cy="5202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anchor="t">
            <a:normAutofit/>
          </a:bodyPr>
          <a:p>
            <a:pPr marL="228600" indent="-228600" defTabSz="914400">
              <a:lnSpc>
                <a:spcPct val="90000"/>
              </a:lnSpc>
              <a:spcBef>
                <a:spcPts val="1001"/>
              </a:spcBef>
              <a:buClr>
                <a:srgbClr val="000000"/>
              </a:buClr>
              <a:buFont typeface="Arial"/>
              <a:buChar char="•"/>
            </a:pPr>
            <a:r>
              <a:rPr lang="en-US" sz="2800" b="0" u="none" strike="noStrike">
                <a:solidFill>
                  <a:schemeClr val="dk1"/>
                </a:solidFill>
                <a:effectLst/>
                <a:uFillTx/>
                <a:latin typeface="Aptos"/>
              </a:rPr>
              <a:t>From transcripts (Tobias Hallmen did it yaay!)</a:t>
            </a:r>
            <a:endParaRPr lang="en-US" sz="2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9" name="PlaceHolder 1"/>
          <p:cNvSpPr>
            <a:spLocks noGrp="1"/>
          </p:cNvSpPr>
          <p:nvPr>
            <p:ph type="title"/>
          </p:nvPr>
        </p:nvSpPr>
        <p:spPr>
          <a:xfrm>
            <a:off x="838080" y="365040"/>
            <a:ext cx="10515240" cy="132516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ctr">
            <a:noAutofit/>
          </a:bodyPr>
          <a:p>
            <a:pPr indent="0" algn="l" defTabSz="914400">
              <a:lnSpc>
                <a:spcPct val="90000"/>
              </a:lnSpc>
              <a:buNone/>
            </a:pPr>
            <a:r>
              <a:rPr lang="en-US" sz="4400" b="0" u="none" strike="noStrike">
                <a:solidFill>
                  <a:schemeClr val="dk1"/>
                </a:solidFill>
                <a:effectLst/>
                <a:uFillTx/>
                <a:latin typeface="Aptos Display"/>
              </a:rPr>
              <a:t>Research Questions</a:t>
            </a:r>
            <a:endParaRPr lang="en-US" sz="4400" b="0" u="none" strike="noStrike">
              <a:solidFill>
                <a:schemeClr val="dk1"/>
              </a:solidFill>
              <a:effectLst/>
              <a:uFillTx/>
              <a:latin typeface="Aptos Display"/>
            </a:endParaRPr>
          </a:p>
        </p:txBody>
      </p:sp>
      <p:sp>
        <p:nvSpPr>
          <p:cNvPr id="90" name="PlaceHolder 2"/>
          <p:cNvSpPr>
            <a:spLocks noGrp="1"/>
          </p:cNvSpPr>
          <p:nvPr>
            <p:ph/>
          </p:nvPr>
        </p:nvSpPr>
        <p:spPr>
          <a:xfrm>
            <a:off x="838080" y="1522800"/>
            <a:ext cx="10515240" cy="435096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t">
            <a:normAutofit/>
          </a:bodyPr>
          <a:p>
            <a:pPr marL="228600" indent="-228600" algn="l" defTabSz="914400">
              <a:lnSpc>
                <a:spcPct val="90000"/>
              </a:lnSpc>
              <a:spcBef>
                <a:spcPts val="1001"/>
              </a:spcBef>
              <a:buClr>
                <a:srgbClr val="000000"/>
              </a:buClr>
              <a:buFont typeface="Arial"/>
              <a:buChar char="•"/>
            </a:pPr>
            <a:r>
              <a:rPr lang="en-US" sz="2800" b="0" u="none" strike="noStrike">
                <a:solidFill>
                  <a:schemeClr val="dk1"/>
                </a:solidFill>
                <a:effectLst/>
                <a:uFillTx/>
                <a:latin typeface="Aptos"/>
              </a:rPr>
              <a:t>Paralinguistic RQs:</a:t>
            </a:r>
            <a:endParaRPr lang="en-US" sz="2800" b="0" u="none" strike="noStrike">
              <a:solidFill>
                <a:schemeClr val="dk1"/>
              </a:solidFill>
              <a:effectLst/>
              <a:uFillTx/>
              <a:latin typeface="Aptos"/>
            </a:endParaRPr>
          </a:p>
          <a:p>
            <a:pPr marL="685800" lvl="1" indent="-343080" algn="l" defTabSz="914400">
              <a:lnSpc>
                <a:spcPct val="90000"/>
              </a:lnSpc>
              <a:spcBef>
                <a:spcPts val="499"/>
              </a:spcBef>
              <a:buClr>
                <a:srgbClr val="000000"/>
              </a:buClr>
              <a:buFont typeface="Courier New,monospace"/>
              <a:buChar char="o"/>
            </a:pPr>
            <a:r>
              <a:rPr lang="en-US" sz="2400" b="0" u="none" strike="noStrike">
                <a:solidFill>
                  <a:schemeClr val="dk1"/>
                </a:solidFill>
                <a:effectLst/>
                <a:uFillTx/>
                <a:latin typeface="Aptos"/>
              </a:rPr>
              <a:t>How do TE values differ between all 9 gaze x speaker configs?</a:t>
            </a:r>
            <a:endParaRPr lang="en-US" sz="2400" b="0" u="none" strike="noStrike">
              <a:solidFill>
                <a:schemeClr val="dk1"/>
              </a:solidFill>
              <a:effectLst/>
              <a:uFillTx/>
              <a:latin typeface="Aptos"/>
            </a:endParaRPr>
          </a:p>
          <a:p>
            <a:pPr marL="685800" lvl="1" indent="-343080" algn="l" defTabSz="914400">
              <a:lnSpc>
                <a:spcPct val="90000"/>
              </a:lnSpc>
              <a:spcBef>
                <a:spcPts val="499"/>
              </a:spcBef>
              <a:buClr>
                <a:srgbClr val="000000"/>
              </a:buClr>
              <a:buFont typeface="Courier New,monospace"/>
              <a:buChar char="o"/>
            </a:pPr>
            <a:r>
              <a:rPr lang="en-US" sz="2400" b="0" u="none" strike="noStrike">
                <a:solidFill>
                  <a:schemeClr val="dk1"/>
                </a:solidFill>
                <a:effectLst/>
                <a:uFillTx/>
                <a:latin typeface="Aptos"/>
              </a:rPr>
              <a:t>How well does a classifier learn to detect TE with gaze x speaker features?</a:t>
            </a:r>
            <a:endParaRPr lang="en-US" sz="2400" b="0" u="none" strike="noStrike">
              <a:solidFill>
                <a:schemeClr val="dk1"/>
              </a:solidFill>
              <a:effectLst/>
              <a:uFillTx/>
              <a:latin typeface="Aptos"/>
            </a:endParaRPr>
          </a:p>
          <a:p>
            <a:pPr marL="228600" indent="-228600" algn="l" defTabSz="914400">
              <a:lnSpc>
                <a:spcPct val="90000"/>
              </a:lnSpc>
              <a:spcBef>
                <a:spcPts val="1001"/>
              </a:spcBef>
              <a:buClr>
                <a:srgbClr val="000000"/>
              </a:buClr>
              <a:buFont typeface="Arial"/>
              <a:buChar char="•"/>
            </a:pPr>
            <a:r>
              <a:rPr lang="en-US" sz="2800" b="0" u="none" strike="noStrike">
                <a:solidFill>
                  <a:schemeClr val="dk1"/>
                </a:solidFill>
                <a:effectLst/>
                <a:uFillTx/>
                <a:latin typeface="Aptos"/>
              </a:rPr>
              <a:t>Linguistic RQs:</a:t>
            </a:r>
            <a:endParaRPr lang="en-US" sz="2800" b="0" u="none" strike="noStrike">
              <a:solidFill>
                <a:schemeClr val="dk1"/>
              </a:solidFill>
              <a:effectLst/>
              <a:uFillTx/>
              <a:latin typeface="Aptos"/>
            </a:endParaRPr>
          </a:p>
          <a:p>
            <a:pPr marL="685800" lvl="1" indent="-343080" algn="l" defTabSz="914400">
              <a:lnSpc>
                <a:spcPct val="90000"/>
              </a:lnSpc>
              <a:spcBef>
                <a:spcPts val="499"/>
              </a:spcBef>
              <a:buClr>
                <a:srgbClr val="000000"/>
              </a:buClr>
              <a:buFont typeface="Courier New,monospace"/>
              <a:buChar char="o"/>
            </a:pPr>
            <a:r>
              <a:rPr lang="en-US" sz="2400" b="0" u="none" strike="noStrike">
                <a:solidFill>
                  <a:schemeClr val="dk1"/>
                </a:solidFill>
                <a:effectLst/>
                <a:uFillTx/>
                <a:latin typeface="Calibri"/>
                <a:ea typeface="Calibri"/>
              </a:rPr>
              <a:t>How well does a classifier learn to detect TE with </a:t>
            </a:r>
            <a:r>
              <a:rPr lang="en-US" sz="2400" b="1" u="none" strike="noStrike">
                <a:solidFill>
                  <a:schemeClr val="dk1"/>
                </a:solidFill>
                <a:effectLst/>
                <a:uFillTx/>
                <a:latin typeface="Aptos"/>
                <a:ea typeface="Calibri"/>
              </a:rPr>
              <a:t>only linguistic </a:t>
            </a:r>
            <a:r>
              <a:rPr lang="en-US" sz="2400" b="0" u="none" strike="noStrike">
                <a:solidFill>
                  <a:schemeClr val="dk1"/>
                </a:solidFill>
                <a:effectLst/>
                <a:uFillTx/>
                <a:latin typeface="Calibri"/>
                <a:ea typeface="Calibri"/>
              </a:rPr>
              <a:t>features?</a:t>
            </a:r>
            <a:endParaRPr lang="en-US" sz="2400" b="0" u="none" strike="noStrike">
              <a:solidFill>
                <a:schemeClr val="dk1"/>
              </a:solidFill>
              <a:effectLst/>
              <a:uFillTx/>
              <a:latin typeface="Aptos"/>
            </a:endParaRPr>
          </a:p>
          <a:p>
            <a:pPr marL="685800" lvl="1" indent="-343080" algn="l" defTabSz="914400">
              <a:lnSpc>
                <a:spcPct val="90000"/>
              </a:lnSpc>
              <a:spcBef>
                <a:spcPts val="499"/>
              </a:spcBef>
              <a:buClr>
                <a:srgbClr val="000000"/>
              </a:buClr>
              <a:buFont typeface="Courier New,monospace"/>
              <a:buChar char="o"/>
            </a:pPr>
            <a:r>
              <a:rPr lang="en-US" sz="2400" b="0" u="none" strike="noStrike">
                <a:solidFill>
                  <a:schemeClr val="dk1"/>
                </a:solidFill>
                <a:effectLst/>
                <a:uFillTx/>
                <a:latin typeface="Calibri"/>
                <a:ea typeface="Calibri"/>
              </a:rPr>
              <a:t>Which linguistic features have the strongest predictive power?</a:t>
            </a:r>
            <a:endParaRPr lang="en-US" sz="2400" b="0" u="none" strike="noStrike">
              <a:solidFill>
                <a:schemeClr val="dk1"/>
              </a:solidFill>
              <a:effectLst/>
              <a:uFillTx/>
              <a:latin typeface="Aptos"/>
            </a:endParaRPr>
          </a:p>
          <a:p>
            <a:pPr marL="228600" indent="-228600" algn="l" defTabSz="914400">
              <a:lnSpc>
                <a:spcPct val="90000"/>
              </a:lnSpc>
              <a:spcBef>
                <a:spcPts val="1001"/>
              </a:spcBef>
              <a:buClr>
                <a:srgbClr val="000000"/>
              </a:buClr>
              <a:buFont typeface="Arial"/>
              <a:buChar char="•"/>
            </a:pPr>
            <a:r>
              <a:rPr lang="en-US" sz="2800" b="0" u="none" strike="noStrike">
                <a:solidFill>
                  <a:schemeClr val="dk1"/>
                </a:solidFill>
                <a:effectLst/>
                <a:uFillTx/>
                <a:latin typeface="Calibri"/>
                <a:ea typeface="Calibri"/>
              </a:rPr>
              <a:t>Multimodal:</a:t>
            </a:r>
            <a:endParaRPr lang="en-US" sz="2800" b="0" u="none" strike="noStrike">
              <a:solidFill>
                <a:schemeClr val="dk1"/>
              </a:solidFill>
              <a:effectLst/>
              <a:uFillTx/>
              <a:latin typeface="Aptos"/>
            </a:endParaRPr>
          </a:p>
          <a:p>
            <a:pPr marL="685800" lvl="1" indent="-343080" algn="l" defTabSz="914400">
              <a:lnSpc>
                <a:spcPct val="90000"/>
              </a:lnSpc>
              <a:spcBef>
                <a:spcPts val="499"/>
              </a:spcBef>
              <a:buClr>
                <a:srgbClr val="000000"/>
              </a:buClr>
              <a:buFont typeface="Courier New,monospace"/>
              <a:buChar char="o"/>
            </a:pPr>
            <a:r>
              <a:rPr lang="en-US" sz="2400" b="0" u="none" strike="noStrike">
                <a:solidFill>
                  <a:schemeClr val="dk1"/>
                </a:solidFill>
                <a:effectLst/>
                <a:uFillTx/>
                <a:latin typeface="Calibri"/>
                <a:ea typeface="Calibri"/>
              </a:rPr>
              <a:t>How well does a classifier learn to detect TE with </a:t>
            </a:r>
            <a:r>
              <a:rPr lang="en-US" sz="2400" b="1" u="none" strike="noStrike">
                <a:solidFill>
                  <a:schemeClr val="dk1"/>
                </a:solidFill>
                <a:effectLst/>
                <a:uFillTx/>
                <a:latin typeface="Aptos"/>
                <a:ea typeface="Calibri"/>
              </a:rPr>
              <a:t>both </a:t>
            </a:r>
            <a:r>
              <a:rPr lang="en-US" sz="2400" b="0" u="none" strike="noStrike">
                <a:solidFill>
                  <a:schemeClr val="dk1"/>
                </a:solidFill>
                <a:effectLst/>
                <a:uFillTx/>
                <a:latin typeface="Calibri"/>
                <a:ea typeface="Calibri"/>
              </a:rPr>
              <a:t>feature sets?</a:t>
            </a:r>
            <a:endParaRPr lang="en-US" sz="2400" b="0" u="none" strike="noStrike">
              <a:solidFill>
                <a:schemeClr val="dk1"/>
              </a:solidFill>
              <a:effectLst/>
              <a:uFillTx/>
              <a:latin typeface="Aptos"/>
            </a:endParaRPr>
          </a:p>
          <a:p>
            <a:pPr indent="0" algn="l" defTabSz="914400">
              <a:lnSpc>
                <a:spcPct val="90000"/>
              </a:lnSpc>
              <a:spcBef>
                <a:spcPts val="499"/>
              </a:spcBef>
              <a:buNone/>
            </a:pPr>
            <a:endParaRPr lang="en-US" sz="2400" b="0" u="none" strike="noStrike">
              <a:solidFill>
                <a:schemeClr val="dk1"/>
              </a:solidFill>
              <a:effectLst/>
              <a:uFillTx/>
              <a:latin typeface="Aptos"/>
            </a:endParaRPr>
          </a:p>
          <a:p>
            <a:pPr indent="0" algn="l" defTabSz="914400">
              <a:lnSpc>
                <a:spcPct val="90000"/>
              </a:lnSpc>
              <a:spcBef>
                <a:spcPts val="499"/>
              </a:spcBef>
              <a:buNone/>
            </a:pPr>
            <a:endParaRPr lang="en-US" sz="2400" b="0" u="none" strike="noStrike">
              <a:solidFill>
                <a:schemeClr val="dk1"/>
              </a:solidFill>
              <a:effectLst/>
              <a:uFillTx/>
              <a:latin typeface="Aptos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1" name="PlaceHolder 1"/>
          <p:cNvSpPr>
            <a:spLocks noGrp="1"/>
          </p:cNvSpPr>
          <p:nvPr>
            <p:ph type="title"/>
          </p:nvPr>
        </p:nvSpPr>
        <p:spPr>
          <a:xfrm>
            <a:off x="838080" y="365040"/>
            <a:ext cx="10515240" cy="132516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ctr">
            <a:noAutofit/>
          </a:bodyPr>
          <a:p>
            <a:pPr indent="0" algn="l" defTabSz="914400">
              <a:lnSpc>
                <a:spcPct val="90000"/>
              </a:lnSpc>
              <a:buNone/>
            </a:pPr>
            <a:r>
              <a:rPr lang="en-US" sz="4400" b="0" u="none" strike="noStrike">
                <a:solidFill>
                  <a:schemeClr val="dk1"/>
                </a:solidFill>
                <a:effectLst/>
                <a:uFillTx/>
                <a:latin typeface="Aptos Display"/>
              </a:rPr>
              <a:t>Linguistic TE Detector — Setup (DISCOVER)</a:t>
            </a:r>
            <a:endParaRPr lang="en-US" sz="4400" b="0" u="none" strike="noStrike">
              <a:solidFill>
                <a:schemeClr val="dk1"/>
              </a:solidFill>
              <a:effectLst/>
              <a:uFillTx/>
              <a:latin typeface="Aptos Display"/>
            </a:endParaRPr>
          </a:p>
        </p:txBody>
      </p:sp>
      <p:sp>
        <p:nvSpPr>
          <p:cNvPr id="92" name="PlaceHolder 2"/>
          <p:cNvSpPr>
            <a:spLocks noGrp="1"/>
          </p:cNvSpPr>
          <p:nvPr>
            <p:ph/>
          </p:nvPr>
        </p:nvSpPr>
        <p:spPr>
          <a:xfrm>
            <a:off x="838080" y="1825560"/>
            <a:ext cx="10515240" cy="435096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t">
            <a:noAutofit/>
          </a:bodyPr>
          <a:p>
            <a:pPr marL="228600" indent="-228600" algn="l" defTabSz="914400">
              <a:lnSpc>
                <a:spcPct val="90000"/>
              </a:lnSpc>
              <a:spcBef>
                <a:spcPts val="1001"/>
              </a:spcBef>
              <a:buClr>
                <a:srgbClr val="000000"/>
              </a:buClr>
              <a:buFont typeface="Arial"/>
              <a:buChar char="•"/>
            </a:pPr>
            <a:r>
              <a:rPr lang="en-US" sz="1800" b="0" u="none" strike="noStrike">
                <a:solidFill>
                  <a:schemeClr val="dk1"/>
                </a:solidFill>
                <a:effectLst/>
                <a:uFillTx/>
                <a:latin typeface="Aptos"/>
              </a:rPr>
              <a:t>Data: 20 floorlevel groups (8 dyads, 12 triads), interaction-time only</a:t>
            </a:r>
            <a:endParaRPr lang="en-US" sz="1800" b="0" u="none" strike="noStrike">
              <a:solidFill>
                <a:schemeClr val="dk1"/>
              </a:solidFill>
              <a:effectLst/>
              <a:uFillTx/>
              <a:latin typeface="Aptos"/>
            </a:endParaRPr>
          </a:p>
          <a:p>
            <a:pPr marL="228600" indent="-228600" algn="l" defTabSz="914400">
              <a:lnSpc>
                <a:spcPct val="90000"/>
              </a:lnSpc>
              <a:spcBef>
                <a:spcPts val="1001"/>
              </a:spcBef>
              <a:buClr>
                <a:srgbClr val="000000"/>
              </a:buClr>
              <a:buFont typeface="Arial"/>
              <a:buChar char="•"/>
            </a:pPr>
            <a:r>
              <a:rPr lang="en-US" sz="1800" b="0" u="none" strike="noStrike">
                <a:solidFill>
                  <a:schemeClr val="dk1"/>
                </a:solidFill>
                <a:effectLst/>
                <a:uFillTx/>
                <a:latin typeface="Aptos"/>
              </a:rPr>
              <a:t>Unit: 60 s windows (best granularity, see next); target: task engagement high/low at thresh 0.5</a:t>
            </a:r>
            <a:endParaRPr lang="en-US" sz="1800" b="0" u="none" strike="noStrike">
              <a:solidFill>
                <a:schemeClr val="dk1"/>
              </a:solidFill>
              <a:effectLst/>
              <a:uFillTx/>
              <a:latin typeface="Aptos"/>
            </a:endParaRPr>
          </a:p>
          <a:p>
            <a:pPr marL="228600" indent="-228600" algn="l" defTabSz="914400">
              <a:lnSpc>
                <a:spcPct val="90000"/>
              </a:lnSpc>
              <a:spcBef>
                <a:spcPts val="1001"/>
              </a:spcBef>
              <a:buClr>
                <a:srgbClr val="000000"/>
              </a:buClr>
              <a:buFont typeface="Arial"/>
              <a:buChar char="•"/>
            </a:pPr>
            <a:r>
              <a:rPr lang="en-US" sz="1800" b="0" u="none" strike="noStrike">
                <a:solidFill>
                  <a:schemeClr val="dk1"/>
                </a:solidFill>
                <a:effectLst/>
                <a:uFillTx/>
                <a:latin typeface="Aptos"/>
              </a:rPr>
              <a:t>Features (no gaze):</a:t>
            </a:r>
            <a:endParaRPr lang="en-US" sz="1800" b="0" u="none" strike="noStrike">
              <a:solidFill>
                <a:schemeClr val="dk1"/>
              </a:solidFill>
              <a:effectLst/>
              <a:uFillTx/>
              <a:latin typeface="Aptos"/>
            </a:endParaRPr>
          </a:p>
          <a:p>
            <a:pPr marL="685800" lvl="1" indent="-228600" algn="l" defTabSz="914400">
              <a:lnSpc>
                <a:spcPct val="90000"/>
              </a:lnSpc>
              <a:spcBef>
                <a:spcPts val="499"/>
              </a:spcBef>
              <a:buClr>
                <a:srgbClr val="000000"/>
              </a:buClr>
              <a:buFont typeface="Arial"/>
              <a:buChar char="•"/>
            </a:pPr>
            <a:r>
              <a:rPr lang="en-US" sz="1600" b="0" u="none" strike="noStrike">
                <a:solidFill>
                  <a:schemeClr val="dk1"/>
                </a:solidFill>
                <a:effectLst/>
                <a:uFillTx/>
                <a:latin typeface="Aptos"/>
              </a:rPr>
              <a:t>Linguistic: word_count, words_per_second, avg_word_length, question/statement_rate, segment_count, speaking_seconds</a:t>
            </a:r>
            <a:endParaRPr lang="en-US" sz="1600" b="0" u="none" strike="noStrike">
              <a:solidFill>
                <a:schemeClr val="dk1"/>
              </a:solidFill>
              <a:effectLst/>
              <a:uFillTx/>
              <a:latin typeface="Aptos"/>
            </a:endParaRPr>
          </a:p>
          <a:p>
            <a:pPr marL="685800" lvl="1" indent="-228600" algn="l" defTabSz="914400">
              <a:lnSpc>
                <a:spcPct val="90000"/>
              </a:lnSpc>
              <a:spcBef>
                <a:spcPts val="499"/>
              </a:spcBef>
              <a:buClr>
                <a:srgbClr val="000000"/>
              </a:buClr>
              <a:buFont typeface="Arial"/>
              <a:buChar char="•"/>
            </a:pPr>
            <a:r>
              <a:rPr lang="en-US" sz="1600" b="0" u="none" strike="noStrike">
                <a:solidFill>
                  <a:schemeClr val="dk1"/>
                </a:solidFill>
                <a:effectLst/>
                <a:uFillTx/>
                <a:latin typeface="Aptos"/>
              </a:rPr>
              <a:t>Affective: sentiment, arousal, dominance, valence; plus speaking activity</a:t>
            </a:r>
            <a:endParaRPr lang="en-US" sz="1600" b="0" u="none" strike="noStrike">
              <a:solidFill>
                <a:schemeClr val="dk1"/>
              </a:solidFill>
              <a:effectLst/>
              <a:uFillTx/>
              <a:latin typeface="Aptos"/>
            </a:endParaRPr>
          </a:p>
          <a:p>
            <a:pPr marL="228600" indent="-228600" algn="l" defTabSz="914400">
              <a:lnSpc>
                <a:spcPct val="90000"/>
              </a:lnSpc>
              <a:spcBef>
                <a:spcPts val="1001"/>
              </a:spcBef>
              <a:buClr>
                <a:srgbClr val="000000"/>
              </a:buClr>
              <a:buFont typeface="Arial"/>
              <a:buChar char="•"/>
            </a:pPr>
            <a:r>
              <a:rPr lang="en-US" sz="1800" b="0" u="none" strike="noStrike">
                <a:solidFill>
                  <a:schemeClr val="dk1"/>
                </a:solidFill>
                <a:effectLst/>
                <a:uFillTx/>
                <a:latin typeface="Aptos"/>
              </a:rPr>
              <a:t>Eval: leave-one-session-out CV; model sweep (QDA, SVM, NB, kNN, RF, LogReg) vs uniform baseline</a:t>
            </a:r>
            <a:endParaRPr lang="en-US" sz="1800" b="0" u="none" strike="noStrike">
              <a:solidFill>
                <a:schemeClr val="dk1"/>
              </a:solidFill>
              <a:effectLst/>
              <a:uFillTx/>
              <a:latin typeface="Aptos"/>
            </a:endParaRPr>
          </a:p>
          <a:p>
            <a:pPr marL="228600" indent="-228600" algn="l" defTabSz="914400">
              <a:lnSpc>
                <a:spcPct val="90000"/>
              </a:lnSpc>
              <a:spcBef>
                <a:spcPts val="1001"/>
              </a:spcBef>
              <a:buClr>
                <a:srgbClr val="000000"/>
              </a:buClr>
              <a:buFont typeface="Arial"/>
              <a:buChar char="•"/>
            </a:pPr>
            <a:r>
              <a:rPr lang="en-US" sz="1800" b="0" u="none" strike="noStrike">
                <a:solidFill>
                  <a:schemeClr val="dk1"/>
                </a:solidFill>
                <a:effectLst/>
                <a:uFillTx/>
                <a:latin typeface="Aptos"/>
              </a:rPr>
              <a:t>Reported on dyads (D) / triads (T) / all, matching prior 3-fold reporting</a:t>
            </a:r>
            <a:endParaRPr lang="en-US" sz="1800" b="0" u="none" strike="noStrike">
              <a:solidFill>
                <a:schemeClr val="dk1"/>
              </a:solidFill>
              <a:effectLst/>
              <a:uFillTx/>
              <a:latin typeface="Aptos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Feature Modalities (ablation buckets)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/>
          </p:nvPr>
        </p:nvSpPr>
        <p:spPr/>
        <p:txBody>
          <a:bodyPr/>
          <a:lstStyle/>
          <a:p/>
        </p:txBody>
      </p:sp>
      <p:sp>
        <p:nvSpPr>
          <p:cNvPr id="4" name="Text Placeholder 3"/>
          <p:cNvSpPr>
            <a:spLocks noGrp="1"/>
          </p:cNvSpPr>
          <p:nvPr>
            <p:ph type="body"/>
          </p:nvPr>
        </p:nvSpPr>
        <p:spPr/>
        <p:txBody>
          <a:bodyPr/>
          <a:lstStyle/>
          <a:p/>
        </p:txBody>
      </p:sp>
      <p:graphicFrame>
        <p:nvGraphicFramePr>
          <p:cNvPr id="5" name="Table 4"/>
          <p:cNvGraphicFramePr>
            <a:graphicFrameLocks noGrp="1"/>
          </p:cNvGraphicFramePr>
          <p:nvPr/>
        </p:nvGraphicFramePr>
        <p:xfrm>
          <a:off x="457200" y="1463040"/>
          <a:ext cx="11155680" cy="18288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377440"/>
                <a:gridCol w="8778240"/>
              </a:tblGrid>
              <a:tr h="365760">
                <a:tc>
                  <a:txBody>
                    <a:bodyPr/>
                    <a:lstStyle/>
                    <a:p>
                      <a:r>
                        <a:rPr sz="1300" b="1"/>
                        <a:t>Modality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300" b="1"/>
                        <a:t>Features</a:t>
                      </a:r>
                    </a:p>
                  </a:txBody>
                  <a:tcPr/>
                </a:tc>
              </a:tr>
              <a:tr h="365760">
                <a:tc>
                  <a:txBody>
                    <a:bodyPr wrap="square"/>
                    <a:lstStyle/>
                    <a:p>
                      <a:r>
                        <a:rPr sz="1200"/>
                        <a:t>(Para)linguistic</a:t>
                      </a:r>
                    </a:p>
                  </a:txBody>
                  <a:tcPr/>
                </a:tc>
                <a:tc>
                  <a:txBody>
                    <a:bodyPr wrap="square"/>
                    <a:lstStyle/>
                    <a:p>
                      <a:r>
                        <a:rPr sz="1200"/>
                        <a:t>text: word_count, words/sec, avg_word_length, question/statement_rate, sentiment;  speaking: speaking_role, speaking_seconds, segment_count</a:t>
                      </a:r>
                    </a:p>
                  </a:txBody>
                  <a:tcPr/>
                </a:tc>
              </a:tr>
              <a:tr h="365760">
                <a:tc>
                  <a:txBody>
                    <a:bodyPr wrap="square"/>
                    <a:lstStyle/>
                    <a:p>
                      <a:r>
                        <a:rPr sz="1200"/>
                        <a:t>Audio (affect)</a:t>
                      </a:r>
                    </a:p>
                  </a:txBody>
                  <a:tcPr/>
                </a:tc>
                <a:tc>
                  <a:txBody>
                    <a:bodyPr wrap="square"/>
                    <a:lstStyle/>
                    <a:p>
                      <a:r>
                        <a:rPr sz="1200"/>
                        <a:t>arousal, dominance, valence  (group-level audio emotion)</a:t>
                      </a:r>
                    </a:p>
                  </a:txBody>
                  <a:tcPr/>
                </a:tc>
              </a:tr>
              <a:tr h="365760">
                <a:tc>
                  <a:txBody>
                    <a:bodyPr wrap="square"/>
                    <a:lstStyle/>
                    <a:p>
                      <a:r>
                        <a:rPr sz="1200"/>
                        <a:t>Multimodal</a:t>
                      </a:r>
                    </a:p>
                  </a:txBody>
                  <a:tcPr/>
                </a:tc>
                <a:tc>
                  <a:txBody>
                    <a:bodyPr wrap="square"/>
                    <a:lstStyle/>
                    <a:p>
                      <a:r>
                        <a:rPr sz="1200"/>
                        <a:t>(para)linguistic + audio  (= our main detector)</a:t>
                      </a:r>
                    </a:p>
                  </a:txBody>
                  <a:tcPr/>
                </a:tc>
              </a:tr>
              <a:tr h="365760">
                <a:tc>
                  <a:txBody>
                    <a:bodyPr wrap="square"/>
                    <a:lstStyle/>
                    <a:p>
                      <a:r>
                        <a:rPr sz="1200"/>
                        <a:t>(+ embeddings)</a:t>
                      </a:r>
                    </a:p>
                  </a:txBody>
                  <a:tcPr/>
                </a:tc>
                <a:tc>
                  <a:txBody>
                    <a:bodyPr wrap="square"/>
                    <a:lstStyle/>
                    <a:p>
                      <a:r>
                        <a:rPr sz="1200"/>
                        <a:t>optional: openSMILE + emoW2V + sentiment embeddings, PCA (degrade slightly)</a:t>
                      </a:r>
                    </a:p>
                  </a:txBody>
                  <a:tcPr/>
                </a:tc>
              </a:tr>
            </a:tbl>
          </a:graphicData>
        </a:graphic>
      </p:graphicFrame>
      <p:sp>
        <p:nvSpPr>
          <p:cNvPr id="6" name="TextBox 5"/>
          <p:cNvSpPr txBox="1"/>
          <p:nvPr/>
        </p:nvSpPr>
        <p:spPr>
          <a:xfrm>
            <a:off x="457200" y="3474720"/>
            <a:ext cx="1115568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100" i="1"/>
              <a:t>Audio is group-shared (one group.audio.wav); the transcript is diarized from it. Speaking attributes the shared signal to each role -&gt; folded into (para)linguistic. v/a/d derived from audio -&gt; audio. Ablation: (para)linguistic-only vs audio-only vs both.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Modality Ablation — what each modality detects (60 s, LOSO)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/>
          </p:nvPr>
        </p:nvSpPr>
        <p:spPr/>
        <p:txBody>
          <a:bodyPr/>
          <a:lstStyle/>
          <a:p/>
        </p:txBody>
      </p:sp>
      <p:sp>
        <p:nvSpPr>
          <p:cNvPr id="4" name="Text Placeholder 3"/>
          <p:cNvSpPr>
            <a:spLocks noGrp="1"/>
          </p:cNvSpPr>
          <p:nvPr>
            <p:ph type="body"/>
          </p:nvPr>
        </p:nvSpPr>
        <p:spPr/>
        <p:txBody>
          <a:bodyPr/>
          <a:lstStyle/>
          <a:p/>
        </p:txBody>
      </p:sp>
      <p:graphicFrame>
        <p:nvGraphicFramePr>
          <p:cNvPr id="5" name="Table 4"/>
          <p:cNvGraphicFramePr>
            <a:graphicFrameLocks noGrp="1"/>
          </p:cNvGraphicFramePr>
          <p:nvPr/>
        </p:nvGraphicFramePr>
        <p:xfrm>
          <a:off x="457200" y="1463040"/>
          <a:ext cx="9144000" cy="18288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3108960"/>
                <a:gridCol w="2011680"/>
                <a:gridCol w="2011680"/>
                <a:gridCol w="2011680"/>
              </a:tblGrid>
              <a:tr h="365760">
                <a:tc>
                  <a:txBody>
                    <a:bodyPr/>
                    <a:lstStyle/>
                    <a:p>
                      <a:r>
                        <a:rPr sz="1300" b="1"/>
                        <a:t>Target (split)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300" b="1"/>
                        <a:t>Multimodal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300" b="1"/>
                        <a:t>Audio-only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300" b="1"/>
                        <a:t>(Para)ling-only</a:t>
                      </a:r>
                    </a:p>
                  </a:txBody>
                  <a:tcPr/>
                </a:tc>
              </a:tr>
              <a:tr h="365760">
                <a:tc>
                  <a:txBody>
                    <a:bodyPr/>
                    <a:lstStyle/>
                    <a:p>
                      <a:r>
                        <a:rPr sz="1200"/>
                        <a:t>Group TE (All)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200" b="0"/>
                        <a:t>0.68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200" b="0"/>
                        <a:t>0.68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200" b="0"/>
                        <a:t>0.64</a:t>
                      </a:r>
                    </a:p>
                  </a:txBody>
                  <a:tcPr/>
                </a:tc>
              </a:tr>
              <a:tr h="365760">
                <a:tc>
                  <a:txBody>
                    <a:bodyPr/>
                    <a:lstStyle/>
                    <a:p>
                      <a:r>
                        <a:rPr sz="1200"/>
                        <a:t>Group TE (Triads)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200" b="0"/>
                        <a:t>0.70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200" b="0"/>
                        <a:t>0.70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200" b="0"/>
                        <a:t>0.62</a:t>
                      </a:r>
                    </a:p>
                  </a:txBody>
                  <a:tcPr/>
                </a:tc>
              </a:tr>
              <a:tr h="365760">
                <a:tc>
                  <a:txBody>
                    <a:bodyPr/>
                    <a:lstStyle/>
                    <a:p>
                      <a:r>
                        <a:rPr sz="1200"/>
                        <a:t>Group TE (Dyads)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200" b="0"/>
                        <a:t>0.65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200" b="0"/>
                        <a:t>0.71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200" b="0"/>
                        <a:t>0.57</a:t>
                      </a:r>
                    </a:p>
                  </a:txBody>
                  <a:tcPr/>
                </a:tc>
              </a:tr>
              <a:tr h="365760">
                <a:tc>
                  <a:txBody>
                    <a:bodyPr/>
                    <a:lstStyle/>
                    <a:p>
                      <a:r>
                        <a:rPr sz="1200"/>
                        <a:t>Individual (All)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200" b="0"/>
                        <a:t>0.70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200" b="0"/>
                        <a:t>0.64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200" b="0"/>
                        <a:t>0.70</a:t>
                      </a:r>
                    </a:p>
                  </a:txBody>
                  <a:tcPr/>
                </a:tc>
              </a:tr>
              <a:tr h="365760">
                <a:tc>
                  <a:txBody>
                    <a:bodyPr/>
                    <a:lstStyle/>
                    <a:p>
                      <a:r>
                        <a:rPr sz="1200"/>
                        <a:t>Individual (Triads)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200" b="0"/>
                        <a:t>0.73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200" b="0"/>
                        <a:t>0.65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200" b="0"/>
                        <a:t>0.72</a:t>
                      </a:r>
                    </a:p>
                  </a:txBody>
                  <a:tcPr/>
                </a:tc>
              </a:tr>
              <a:tr h="365760">
                <a:tc>
                  <a:txBody>
                    <a:bodyPr/>
                    <a:lstStyle/>
                    <a:p>
                      <a:r>
                        <a:rPr sz="1200"/>
                        <a:t>Individual (Dyads)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200" b="0"/>
                        <a:t>0.68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200" b="0"/>
                        <a:t>0.60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200" b="0"/>
                        <a:t>0.66</a:t>
                      </a:r>
                    </a:p>
                  </a:txBody>
                  <a:tcPr/>
                </a:tc>
              </a:tr>
            </a:tbl>
          </a:graphicData>
        </a:graphic>
      </p:graphicFrame>
      <p:sp>
        <p:nvSpPr>
          <p:cNvPr id="6" name="TextBox 5"/>
          <p:cNvSpPr txBox="1"/>
          <p:nvPr/>
        </p:nvSpPr>
        <p:spPr>
          <a:xfrm>
            <a:off x="457200" y="3474720"/>
            <a:ext cx="10515600" cy="12801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200" i="1"/>
              <a:t>Best model per cell, accuracy. DOUBLE DISSOCIATION: group task engagement is carried by audio affect (valence/dominance) - text adds nothing; individual engagement is carried by (para)linguistic (speaking + word rate) - group-shared audio gives no per-role signal. Combining modalities = the dominant one, no synergy.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What Changed Since Last Week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/>
          </p:nvPr>
        </p:nvSpPr>
        <p:spPr/>
        <p:txBody>
          <a:bodyPr/>
          <a:lstStyle/>
          <a:p/>
        </p:txBody>
      </p:sp>
      <p:graphicFrame>
        <p:nvGraphicFramePr>
          <p:cNvPr id="4" name="Table 3"/>
          <p:cNvGraphicFramePr>
            <a:graphicFrameLocks noGrp="1"/>
          </p:cNvGraphicFramePr>
          <p:nvPr/>
        </p:nvGraphicFramePr>
        <p:xfrm>
          <a:off x="457200" y="1371600"/>
          <a:ext cx="9601200" cy="219456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377440"/>
                <a:gridCol w="3383280"/>
                <a:gridCol w="3840480"/>
              </a:tblGrid>
              <a:tr h="365760">
                <a:tc>
                  <a:txBody>
                    <a:bodyPr/>
                    <a:lstStyle/>
                    <a:p/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300" b="1"/>
                        <a:t>Last week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300" b="1"/>
                        <a:t>Now (harmonized)</a:t>
                      </a:r>
                    </a:p>
                  </a:txBody>
                  <a:tcPr/>
                </a:tc>
              </a:tr>
              <a:tr h="365760">
                <a:tc>
                  <a:txBody>
                    <a:bodyPr/>
                    <a:lstStyle/>
                    <a:p>
                      <a:r>
                        <a:rPr sz="1200" b="1"/>
                        <a:t>Labels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200"/>
                        <a:t>helen only · 74% high (skew)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200"/>
                        <a:t>2-annotator mean · ~49% (balanced)</a:t>
                      </a:r>
                    </a:p>
                  </a:txBody>
                  <a:tcPr/>
                </a:tc>
              </a:tr>
              <a:tr h="365760">
                <a:tc>
                  <a:txBody>
                    <a:bodyPr/>
                    <a:lstStyle/>
                    <a:p>
                      <a:r>
                        <a:rPr sz="1200" b="1"/>
                        <a:t>Group TE — All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200"/>
                        <a:t>0.82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200"/>
                        <a:t>0.68</a:t>
                      </a:r>
                    </a:p>
                  </a:txBody>
                  <a:tcPr/>
                </a:tc>
              </a:tr>
              <a:tr h="365760">
                <a:tc>
                  <a:txBody>
                    <a:bodyPr/>
                    <a:lstStyle/>
                    <a:p>
                      <a:r>
                        <a:rPr sz="1200" b="1"/>
                        <a:t>Group TE — Triads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200"/>
                        <a:t>0.88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200"/>
                        <a:t>0.70</a:t>
                      </a:r>
                    </a:p>
                  </a:txBody>
                  <a:tcPr/>
                </a:tc>
              </a:tr>
              <a:tr h="365760">
                <a:tc>
                  <a:txBody>
                    <a:bodyPr/>
                    <a:lstStyle/>
                    <a:p>
                      <a:r>
                        <a:rPr sz="1200" b="1"/>
                        <a:t>Group TE — Dyads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200"/>
                        <a:t>0.74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200"/>
                        <a:t>0.65</a:t>
                      </a:r>
                    </a:p>
                  </a:txBody>
                  <a:tcPr/>
                </a:tc>
              </a:tr>
              <a:tr h="365760">
                <a:tc>
                  <a:txBody>
                    <a:bodyPr/>
                    <a:lstStyle/>
                    <a:p>
                      <a:r>
                        <a:rPr sz="1200" b="1"/>
                        <a:t>vs prior gaze QDA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200"/>
                        <a:t>beats ✓ (d=0.92–1.35)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200"/>
                        <a:t>n.s. — matches prior (0.73)</a:t>
                      </a:r>
                    </a:p>
                  </a:txBody>
                  <a:tcPr/>
                </a:tc>
              </a:tr>
            </a:tbl>
          </a:graphicData>
        </a:graphic>
      </p:graphicFrame>
      <p:sp>
        <p:nvSpPr>
          <p:cNvPr id="5" name="TextBox 4"/>
          <p:cNvSpPr txBox="1"/>
          <p:nvPr/>
        </p:nvSpPr>
        <p:spPr>
          <a:xfrm>
            <a:off x="457200" y="4114800"/>
            <a:ext cx="10515600" cy="23774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/>
            <a:r>
              <a:rPr sz="1400" b="1"/>
              <a:t>Two artifacts removed — they are independent:</a:t>
            </a:r>
          </a:p>
          <a:p>
            <a:pPr lvl="1"/>
            <a:r>
              <a:rPr sz="1200"/>
              <a:t>(1) Our labels were single-annotator + 74% high → majority baseline 0.74 inflated last week's accuracy. Adopting the published 2-annotator mean balances to ~49% → honest 0.68.</a:t>
            </a:r>
          </a:p>
          <a:p>
            <a:pPr lvl="1"/>
            <a:r>
              <a:rPr sz="1200"/>
              <a:t>(2) The prior baseline itself was computed on time-stretch-bugged labels (60 Hz averaging error, 13/20 groups). Re-ran it on clean labels under identical nested CV.</a:t>
            </a:r>
          </a:p>
          <a:p>
            <a:pPr lvl="1"/>
            <a:r>
              <a:rPr sz="1200"/>
              <a:t>Net: 0.68, statistically tied with the prior (neither wins); double dissociation + gaze-free parity hold. Better surfaced now than at review.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Prior Baseline — Corrected for the Label Bug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/>
          </p:nvPr>
        </p:nvSpPr>
        <p:spPr/>
        <p:txBody>
          <a:bodyPr/>
          <a:lstStyle/>
          <a:p/>
        </p:txBody>
      </p:sp>
      <p:graphicFrame>
        <p:nvGraphicFramePr>
          <p:cNvPr id="4" name="Table 3"/>
          <p:cNvGraphicFramePr>
            <a:graphicFrameLocks noGrp="1"/>
          </p:cNvGraphicFramePr>
          <p:nvPr/>
        </p:nvGraphicFramePr>
        <p:xfrm>
          <a:off x="365760" y="1371600"/>
          <a:ext cx="10881360" cy="164592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377440"/>
                <a:gridCol w="2651760"/>
                <a:gridCol w="3108960"/>
                <a:gridCol w="2743200"/>
              </a:tblGrid>
              <a:tr h="411480">
                <a:tc>
                  <a:txBody>
                    <a:bodyPr/>
                    <a:lstStyle/>
                    <a:p>
                      <a:r>
                        <a:rPr sz="1200" b="1"/>
                        <a:t>Prior gaze QDA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200" b="1"/>
                        <a:t>Published (slides 2–3)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200" b="1"/>
                        <a:t>Label-fixed · unscaled (prior setup)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200" b="1"/>
                        <a:t>Label-fixed · scaled (our pipeline)</a:t>
                      </a:r>
                    </a:p>
                  </a:txBody>
                  <a:tcPr/>
                </a:tc>
              </a:tr>
              <a:tr h="411480">
                <a:tc>
                  <a:txBody>
                    <a:bodyPr/>
                    <a:lstStyle/>
                    <a:p>
                      <a:r>
                        <a:rPr sz="1200" b="1"/>
                        <a:t>All (20)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200"/>
                        <a:t>0.60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200"/>
                        <a:t>0.67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200"/>
                        <a:t>0.73</a:t>
                      </a:r>
                    </a:p>
                  </a:txBody>
                  <a:tcPr/>
                </a:tc>
              </a:tr>
              <a:tr h="411480">
                <a:tc>
                  <a:txBody>
                    <a:bodyPr/>
                    <a:lstStyle/>
                    <a:p>
                      <a:r>
                        <a:rPr sz="1200" b="1"/>
                        <a:t>Dyads (8)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200"/>
                        <a:t>0.63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200"/>
                        <a:t>0.69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200"/>
                        <a:t>0.77</a:t>
                      </a:r>
                    </a:p>
                  </a:txBody>
                  <a:tcPr/>
                </a:tc>
              </a:tr>
              <a:tr h="411480">
                <a:tc>
                  <a:txBody>
                    <a:bodyPr/>
                    <a:lstStyle/>
                    <a:p>
                      <a:r>
                        <a:rPr sz="1200" b="1"/>
                        <a:t>Triads (12)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200"/>
                        <a:t>0.55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200"/>
                        <a:t>0.59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200"/>
                        <a:t>0.65</a:t>
                      </a:r>
                    </a:p>
                  </a:txBody>
                  <a:tcPr/>
                </a:tc>
              </a:tr>
            </a:tbl>
          </a:graphicData>
        </a:graphic>
      </p:graphicFrame>
      <p:sp>
        <p:nvSpPr>
          <p:cNvPr id="5" name="TextBox 4"/>
          <p:cNvSpPr txBox="1"/>
          <p:nvPr/>
        </p:nvSpPr>
        <p:spPr>
          <a:xfrm>
            <a:off x="365760" y="3749039"/>
            <a:ext cx="11155680" cy="2560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300"/>
              <a:t>Same QDA, same gaze features, same nested CV (adopted from the prior) in all columns — only the labels and feature scaling change.</a:t>
            </a:r>
          </a:p>
          <a:p>
            <a:r>
              <a:rPr sz="1300"/>
              <a:t>Label fix alone (col 2, unscaled = the prior's published SIMPLE setup): 0.60 → 0.67 All. The 60 Hz time-stretch bug depressed published numbers ~0.05–0.08 (13/20 groups; the 7 pure-90 Hz groups replicate exactly).</a:t>
            </a:r>
          </a:p>
          <a:p>
            <a:r>
              <a:rPr sz="1300"/>
              <a:t>Cols 2 → 3 differ only by feature scaling (StandardScaler): the prior's published runs were unscaled; our detector pipeline scales. Col 3 is what the results slide compares against.</a:t>
            </a:r>
          </a:p>
          <a:p>
            <a:r>
              <a:rPr sz="1300"/>
              <a:t>None reach significance vs chance after Bonferroni (d up to 1.18, but n = 8–20 underpowered).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93" name="Table 1"/>
          <p:cNvGraphicFramePr/>
          <p:nvPr/>
        </p:nvGraphicFramePr>
        <p:xfrm>
          <a:off x="365760" y="1371600"/>
          <a:ext cx="10423800" cy="1280160"/>
        </p:xfrm>
        <a:graphic>
          <a:graphicData uri="http://schemas.openxmlformats.org/drawingml/2006/table">
            <a:tbl>
              <a:tblPr/>
              <a:tblGrid>
                <a:gridCol w="1371600"/>
                <a:gridCol w="1828800"/>
                <a:gridCol w="1737360"/>
                <a:gridCol w="731520"/>
                <a:gridCol w="2194560"/>
                <a:gridCol w="2560320"/>
              </a:tblGrid>
              <a:tr h="320040">
                <a:tc>
                  <a:txBody>
                    <a:bodyPr anchor="t">
                      <a:noAutofit/>
                    </a:bodyPr>
                    <a:p>
                      <a:pPr defTabSz="914400">
                        <a:lnSpc>
                          <a:spcPct val="100000"/>
                        </a:lnSpc>
                      </a:pPr>
                      <a:r>
                        <a:rPr lang="en-US" sz="1200" b="1" u="none" strike="noStrike">
                          <a:solidFill>
                            <a:schemeClr val="lt1"/>
                          </a:solidFill>
                          <a:effectLst/>
                          <a:uFillTx/>
                          <a:latin typeface="Aptos"/>
                        </a:rPr>
                        <a:t>Split (folds)</a:t>
                      </a:r>
                      <a:endParaRPr lang="en-US" sz="1200" b="0" u="none" strike="noStrike">
                        <a:solidFill>
                          <a:srgbClr val="FFFFFF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91440" marR="91440" marT="45720" marB="45720">
                    <a:lnL w="12240">
                      <a:solidFill>
                        <a:srgbClr val="FFFFFF"/>
                      </a:solidFill>
                      <a:prstDash val="solid"/>
                    </a:lnL>
                    <a:lnR w="12240">
                      <a:solidFill>
                        <a:srgbClr val="FFFFFF"/>
                      </a:solidFill>
                      <a:prstDash val="solid"/>
                    </a:lnR>
                    <a:lnT w="12240">
                      <a:solidFill>
                        <a:srgbClr val="FFFFFF"/>
                      </a:solidFill>
                      <a:prstDash val="solid"/>
                    </a:lnT>
                    <a:lnB w="38160">
                      <a:solidFill>
                        <a:srgbClr val="FFFFFF"/>
                      </a:solidFill>
                      <a:prstDash val="solid"/>
                    </a:lnB>
                    <a:solidFill>
                      <a:schemeClr val="accent1"/>
                    </a:solidFill>
                  </a:tcPr>
                </a:tc>
                <a:tc>
                  <a:txBody>
                    <a:bodyPr anchor="t">
                      <a:noAutofit/>
                    </a:bodyPr>
                    <a:p>
                      <a:pPr defTabSz="914400">
                        <a:lnSpc>
                          <a:spcPct val="100000"/>
                        </a:lnSpc>
                      </a:pPr>
                      <a:r>
                        <a:rPr lang="en-US" sz="1200" b="1" u="none" strike="noStrike">
                          <a:solidFill>
                            <a:schemeClr val="lt1"/>
                          </a:solidFill>
                          <a:effectLst/>
                          <a:uFillTx/>
                          <a:latin typeface="Aptos"/>
                        </a:rPr>
                        <a:t>Best model</a:t>
                      </a:r>
                      <a:endParaRPr lang="en-US" sz="1200" b="0" u="none" strike="noStrike">
                        <a:solidFill>
                          <a:srgbClr val="FFFFFF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91440" marR="91440" marT="45720" marB="45720">
                    <a:lnL w="12240">
                      <a:solidFill>
                        <a:srgbClr val="FFFFFF"/>
                      </a:solidFill>
                      <a:prstDash val="solid"/>
                    </a:lnL>
                    <a:lnR w="12240">
                      <a:solidFill>
                        <a:srgbClr val="FFFFFF"/>
                      </a:solidFill>
                      <a:prstDash val="solid"/>
                    </a:lnR>
                    <a:lnT w="12240">
                      <a:solidFill>
                        <a:srgbClr val="FFFFFF"/>
                      </a:solidFill>
                      <a:prstDash val="solid"/>
                    </a:lnT>
                    <a:lnB w="38160">
                      <a:solidFill>
                        <a:srgbClr val="FFFFFF"/>
                      </a:solidFill>
                      <a:prstDash val="solid"/>
                    </a:lnB>
                    <a:solidFill>
                      <a:schemeClr val="accent1"/>
                    </a:solidFill>
                  </a:tcPr>
                </a:tc>
                <a:tc>
                  <a:txBody>
                    <a:bodyPr anchor="t">
                      <a:noAutofit/>
                    </a:bodyPr>
                    <a:p>
                      <a:pPr defTabSz="914400">
                        <a:lnSpc>
                          <a:spcPct val="100000"/>
                        </a:lnSpc>
                      </a:pPr>
                      <a:r>
                        <a:rPr lang="en-US" sz="1200" b="1" u="none" strike="noStrike">
                          <a:solidFill>
                            <a:schemeClr val="lt1"/>
                          </a:solidFill>
                          <a:effectLst/>
                          <a:uFillTx/>
                          <a:latin typeface="Aptos"/>
                        </a:rPr>
                        <a:t>Acc (mean±SD)</a:t>
                      </a:r>
                      <a:endParaRPr lang="en-US" sz="1200" b="0" u="none" strike="noStrike">
                        <a:solidFill>
                          <a:srgbClr val="FFFFFF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91440" marR="91440" marT="45720" marB="45720">
                    <a:lnL w="12240">
                      <a:solidFill>
                        <a:srgbClr val="FFFFFF"/>
                      </a:solidFill>
                      <a:prstDash val="solid"/>
                    </a:lnL>
                    <a:lnR w="12240">
                      <a:solidFill>
                        <a:srgbClr val="FFFFFF"/>
                      </a:solidFill>
                      <a:prstDash val="solid"/>
                    </a:lnR>
                    <a:lnT w="12240">
                      <a:solidFill>
                        <a:srgbClr val="FFFFFF"/>
                      </a:solidFill>
                      <a:prstDash val="solid"/>
                    </a:lnT>
                    <a:lnB w="38160">
                      <a:solidFill>
                        <a:srgbClr val="FFFFFF"/>
                      </a:solidFill>
                      <a:prstDash val="solid"/>
                    </a:lnB>
                    <a:solidFill>
                      <a:schemeClr val="accent1"/>
                    </a:solidFill>
                  </a:tcPr>
                </a:tc>
                <a:tc>
                  <a:txBody>
                    <a:bodyPr anchor="t">
                      <a:noAutofit/>
                    </a:bodyPr>
                    <a:p>
                      <a:pPr defTabSz="914400">
                        <a:lnSpc>
                          <a:spcPct val="100000"/>
                        </a:lnSpc>
                      </a:pPr>
                      <a:r>
                        <a:rPr lang="en-US" sz="1200" b="1" u="none" strike="noStrike">
                          <a:solidFill>
                            <a:schemeClr val="lt1"/>
                          </a:solidFill>
                          <a:effectLst/>
                          <a:uFillTx/>
                          <a:latin typeface="Aptos"/>
                        </a:rPr>
                        <a:t>F1</a:t>
                      </a:r>
                      <a:endParaRPr lang="en-US" sz="1200" b="0" u="none" strike="noStrike">
                        <a:solidFill>
                          <a:srgbClr val="FFFFFF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91440" marR="91440" marT="45720" marB="45720">
                    <a:lnL w="12240">
                      <a:solidFill>
                        <a:srgbClr val="FFFFFF"/>
                      </a:solidFill>
                      <a:prstDash val="solid"/>
                    </a:lnL>
                    <a:lnR w="12240">
                      <a:solidFill>
                        <a:srgbClr val="FFFFFF"/>
                      </a:solidFill>
                      <a:prstDash val="solid"/>
                    </a:lnR>
                    <a:lnT w="12240">
                      <a:solidFill>
                        <a:srgbClr val="FFFFFF"/>
                      </a:solidFill>
                      <a:prstDash val="solid"/>
                    </a:lnT>
                    <a:lnB w="38160">
                      <a:solidFill>
                        <a:srgbClr val="FFFFFF"/>
                      </a:solidFill>
                      <a:prstDash val="solid"/>
                    </a:lnB>
                    <a:solidFill>
                      <a:schemeClr val="accent1"/>
                    </a:solidFill>
                  </a:tcPr>
                </a:tc>
                <a:tc>
                  <a:txBody>
                    <a:bodyPr anchor="t">
                      <a:noAutofit/>
                    </a:bodyPr>
                    <a:p>
                      <a:pPr defTabSz="914400">
                        <a:lnSpc>
                          <a:spcPct val="100000"/>
                        </a:lnSpc>
                      </a:pPr>
                      <a:r>
                        <a:rPr lang="en-US" sz="1200" b="1" u="none" strike="noStrike">
                          <a:solidFill>
                            <a:schemeClr val="lt1"/>
                          </a:solidFill>
                          <a:effectLst/>
                          <a:uFillTx/>
                          <a:latin typeface="Aptos"/>
                        </a:rPr>
                        <a:t>vs baseline</a:t>
                      </a:r>
                      <a:endParaRPr lang="en-US" sz="1200" b="0" u="none" strike="noStrike">
                        <a:solidFill>
                          <a:srgbClr val="FFFFFF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91440" marR="91440" marT="45720" marB="45720">
                    <a:lnL w="12240">
                      <a:solidFill>
                        <a:srgbClr val="FFFFFF"/>
                      </a:solidFill>
                      <a:prstDash val="solid"/>
                    </a:lnL>
                    <a:lnR w="12240">
                      <a:solidFill>
                        <a:srgbClr val="FFFFFF"/>
                      </a:solidFill>
                      <a:prstDash val="solid"/>
                    </a:lnR>
                    <a:lnT w="12240">
                      <a:solidFill>
                        <a:srgbClr val="FFFFFF"/>
                      </a:solidFill>
                      <a:prstDash val="solid"/>
                    </a:lnT>
                    <a:lnB w="38160">
                      <a:solidFill>
                        <a:srgbClr val="FFFFFF"/>
                      </a:solidFill>
                      <a:prstDash val="solid"/>
                    </a:lnB>
                    <a:solidFill>
                      <a:schemeClr val="accent1"/>
                    </a:solidFill>
                  </a:tcPr>
                </a:tc>
                <a:tc>
                  <a:txBody>
                    <a:bodyPr anchor="t">
                      <a:noAutofit/>
                    </a:bodyPr>
                    <a:p>
                      <a:pPr defTabSz="914400">
                        <a:lnSpc>
                          <a:spcPct val="100000"/>
                        </a:lnSpc>
                      </a:pPr>
                      <a:r>
                        <a:rPr lang="en-US" sz="1200" b="1" u="none" strike="noStrike">
                          <a:solidFill>
                            <a:schemeClr val="lt1"/>
                          </a:solidFill>
                          <a:effectLst/>
                          <a:uFillTx/>
                          <a:latin typeface="Aptos"/>
                        </a:rPr>
                        <a:t>vs prior GazexSpeak QDA</a:t>
                      </a:r>
                      <a:endParaRPr lang="en-US" sz="1200" b="0" u="none" strike="noStrike">
                        <a:solidFill>
                          <a:srgbClr val="FFFFFF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91440" marR="91440" marT="45720" marB="45720">
                    <a:lnL w="12240">
                      <a:solidFill>
                        <a:srgbClr val="FFFFFF"/>
                      </a:solidFill>
                      <a:prstDash val="solid"/>
                    </a:lnL>
                    <a:lnR w="12240">
                      <a:solidFill>
                        <a:srgbClr val="FFFFFF"/>
                      </a:solidFill>
                      <a:prstDash val="solid"/>
                    </a:lnR>
                    <a:lnT w="12240">
                      <a:solidFill>
                        <a:srgbClr val="FFFFFF"/>
                      </a:solidFill>
                      <a:prstDash val="solid"/>
                    </a:lnT>
                    <a:lnB w="38160">
                      <a:solidFill>
                        <a:srgbClr val="FFFFFF"/>
                      </a:solidFill>
                      <a:prstDash val="solid"/>
                    </a:lnB>
                    <a:solidFill>
                      <a:schemeClr val="accent1"/>
                    </a:solidFill>
                  </a:tcPr>
                </a:tc>
              </a:tr>
              <a:tr h="320040">
                <a:tc>
                  <a:txBody>
                    <a:bodyPr anchor="t">
                      <a:noAutofit/>
                    </a:bodyPr>
                    <a:p>
                      <a:r>
                        <a:rPr sz="1200" b="0"/>
                        <a:t>Dyads (8)</a:t>
                      </a:r>
                    </a:p>
                  </a:txBody>
                  <a:tcPr anchor="t" marL="91440" marR="91440" marT="45720" marB="45720">
                    <a:lnL w="12240">
                      <a:solidFill>
                        <a:srgbClr val="FFFFFF"/>
                      </a:solidFill>
                      <a:prstDash val="solid"/>
                    </a:lnL>
                    <a:lnR w="12240">
                      <a:solidFill>
                        <a:srgbClr val="FFFFFF"/>
                      </a:solidFill>
                      <a:prstDash val="solid"/>
                    </a:lnR>
                    <a:lnT w="12240">
                      <a:solidFill>
                        <a:srgbClr val="FFFFFF"/>
                      </a:solidFill>
                      <a:prstDash val="solid"/>
                    </a:lnT>
                    <a:lnB w="12240">
                      <a:solidFill>
                        <a:srgbClr val="FFFFFF"/>
                      </a:solidFill>
                      <a:prstDash val="solid"/>
                    </a:lnB>
                    <a:solidFill>
                      <a:schemeClr val="accent1">
                        <a:tint val="40000"/>
                      </a:schemeClr>
                    </a:solidFill>
                  </a:tcPr>
                </a:tc>
                <a:tc>
                  <a:txBody>
                    <a:bodyPr anchor="t">
                      <a:noAutofit/>
                    </a:bodyPr>
                    <a:p>
                      <a:r>
                        <a:rPr sz="1200" b="0"/>
                        <a:t>Decision Tree</a:t>
                      </a:r>
                    </a:p>
                  </a:txBody>
                  <a:tcPr anchor="t" marL="91440" marR="91440" marT="45720" marB="45720">
                    <a:lnL w="12240">
                      <a:solidFill>
                        <a:srgbClr val="FFFFFF"/>
                      </a:solidFill>
                      <a:prstDash val="solid"/>
                    </a:lnL>
                    <a:lnR w="12240">
                      <a:solidFill>
                        <a:srgbClr val="FFFFFF"/>
                      </a:solidFill>
                      <a:prstDash val="solid"/>
                    </a:lnR>
                    <a:lnT w="12240">
                      <a:solidFill>
                        <a:srgbClr val="FFFFFF"/>
                      </a:solidFill>
                      <a:prstDash val="solid"/>
                    </a:lnT>
                    <a:lnB w="12240">
                      <a:solidFill>
                        <a:srgbClr val="FFFFFF"/>
                      </a:solidFill>
                      <a:prstDash val="solid"/>
                    </a:lnB>
                    <a:solidFill>
                      <a:schemeClr val="accent1">
                        <a:tint val="40000"/>
                      </a:schemeClr>
                    </a:solidFill>
                  </a:tcPr>
                </a:tc>
                <a:tc>
                  <a:txBody>
                    <a:bodyPr anchor="t">
                      <a:noAutofit/>
                    </a:bodyPr>
                    <a:p>
                      <a:r>
                        <a:rPr sz="1200" b="0"/>
                        <a:t>0.65 ± 0.11</a:t>
                      </a:r>
                    </a:p>
                  </a:txBody>
                  <a:tcPr anchor="t" marL="91440" marR="91440" marT="45720" marB="45720">
                    <a:lnL w="12240">
                      <a:solidFill>
                        <a:srgbClr val="FFFFFF"/>
                      </a:solidFill>
                      <a:prstDash val="solid"/>
                    </a:lnL>
                    <a:lnR w="12240">
                      <a:solidFill>
                        <a:srgbClr val="FFFFFF"/>
                      </a:solidFill>
                      <a:prstDash val="solid"/>
                    </a:lnR>
                    <a:lnT w="12240">
                      <a:solidFill>
                        <a:srgbClr val="FFFFFF"/>
                      </a:solidFill>
                      <a:prstDash val="solid"/>
                    </a:lnT>
                    <a:lnB w="12240">
                      <a:solidFill>
                        <a:srgbClr val="FFFFFF"/>
                      </a:solidFill>
                      <a:prstDash val="solid"/>
                    </a:lnB>
                    <a:solidFill>
                      <a:schemeClr val="accent1">
                        <a:tint val="40000"/>
                      </a:schemeClr>
                    </a:solidFill>
                  </a:tcPr>
                </a:tc>
                <a:tc>
                  <a:txBody>
                    <a:bodyPr anchor="t">
                      <a:noAutofit/>
                    </a:bodyPr>
                    <a:p>
                      <a:r>
                        <a:rPr sz="1200" b="0"/>
                        <a:t>0.54</a:t>
                      </a:r>
                    </a:p>
                  </a:txBody>
                  <a:tcPr anchor="t" marL="91440" marR="91440" marT="45720" marB="45720">
                    <a:lnL w="12240">
                      <a:solidFill>
                        <a:srgbClr val="FFFFFF"/>
                      </a:solidFill>
                      <a:prstDash val="solid"/>
                    </a:lnL>
                    <a:lnR w="12240">
                      <a:solidFill>
                        <a:srgbClr val="FFFFFF"/>
                      </a:solidFill>
                      <a:prstDash val="solid"/>
                    </a:lnR>
                    <a:lnT w="12240">
                      <a:solidFill>
                        <a:srgbClr val="FFFFFF"/>
                      </a:solidFill>
                      <a:prstDash val="solid"/>
                    </a:lnT>
                    <a:lnB w="12240">
                      <a:solidFill>
                        <a:srgbClr val="FFFFFF"/>
                      </a:solidFill>
                      <a:prstDash val="solid"/>
                    </a:lnB>
                    <a:solidFill>
                      <a:schemeClr val="accent1">
                        <a:tint val="40000"/>
                      </a:schemeClr>
                    </a:solidFill>
                  </a:tcPr>
                </a:tc>
                <a:tc>
                  <a:txBody>
                    <a:bodyPr anchor="t">
                      <a:noAutofit/>
                    </a:bodyPr>
                    <a:p>
                      <a:r>
                        <a:rPr sz="1200" b="0"/>
                        <a:t>n.s. (d=0.63)</a:t>
                      </a:r>
                    </a:p>
                  </a:txBody>
                  <a:tcPr anchor="t" marL="91440" marR="91440" marT="45720" marB="45720">
                    <a:lnL w="12240">
                      <a:solidFill>
                        <a:srgbClr val="FFFFFF"/>
                      </a:solidFill>
                      <a:prstDash val="solid"/>
                    </a:lnL>
                    <a:lnR w="12240">
                      <a:solidFill>
                        <a:srgbClr val="FFFFFF"/>
                      </a:solidFill>
                      <a:prstDash val="solid"/>
                    </a:lnR>
                    <a:lnT w="12240">
                      <a:solidFill>
                        <a:srgbClr val="FFFFFF"/>
                      </a:solidFill>
                      <a:prstDash val="solid"/>
                    </a:lnT>
                    <a:lnB w="12240">
                      <a:solidFill>
                        <a:srgbClr val="FFFFFF"/>
                      </a:solidFill>
                      <a:prstDash val="solid"/>
                    </a:lnB>
                    <a:solidFill>
                      <a:schemeClr val="accent1">
                        <a:tint val="40000"/>
                      </a:schemeClr>
                    </a:solidFill>
                  </a:tcPr>
                </a:tc>
                <a:tc>
                  <a:txBody>
                    <a:bodyPr anchor="t">
                      <a:noAutofit/>
                    </a:bodyPr>
                    <a:p>
                      <a:r>
                        <a:rPr sz="1200"/>
                        <a:t>n.s. (prior 0.77; d=−0.58)</a:t>
                      </a:r>
                    </a:p>
                  </a:txBody>
                  <a:tcPr anchor="t" marL="91440" marR="91440" marT="45720" marB="45720">
                    <a:lnL w="12240">
                      <a:solidFill>
                        <a:srgbClr val="FFFFFF"/>
                      </a:solidFill>
                      <a:prstDash val="solid"/>
                    </a:lnL>
                    <a:lnR w="12240">
                      <a:solidFill>
                        <a:srgbClr val="FFFFFF"/>
                      </a:solidFill>
                      <a:prstDash val="solid"/>
                    </a:lnR>
                    <a:lnT w="12240">
                      <a:solidFill>
                        <a:srgbClr val="FFFFFF"/>
                      </a:solidFill>
                      <a:prstDash val="solid"/>
                    </a:lnT>
                    <a:lnB w="12240">
                      <a:solidFill>
                        <a:srgbClr val="FFFFFF"/>
                      </a:solidFill>
                      <a:prstDash val="solid"/>
                    </a:lnB>
                    <a:solidFill>
                      <a:schemeClr val="accent1">
                        <a:tint val="40000"/>
                      </a:schemeClr>
                    </a:solidFill>
                  </a:tcPr>
                </a:tc>
              </a:tr>
              <a:tr h="320040">
                <a:tc>
                  <a:txBody>
                    <a:bodyPr anchor="t">
                      <a:noAutofit/>
                    </a:bodyPr>
                    <a:p>
                      <a:r>
                        <a:rPr sz="1200" b="0"/>
                        <a:t>Triads (12)</a:t>
                      </a:r>
                    </a:p>
                  </a:txBody>
                  <a:tcPr anchor="t" marL="91440" marR="91440" marT="45720" marB="45720">
                    <a:lnL w="12240">
                      <a:solidFill>
                        <a:srgbClr val="FFFFFF"/>
                      </a:solidFill>
                      <a:prstDash val="solid"/>
                    </a:lnL>
                    <a:lnR w="12240">
                      <a:solidFill>
                        <a:srgbClr val="FFFFFF"/>
                      </a:solidFill>
                      <a:prstDash val="solid"/>
                    </a:lnR>
                    <a:lnT w="12240">
                      <a:solidFill>
                        <a:srgbClr val="FFFFFF"/>
                      </a:solidFill>
                      <a:prstDash val="solid"/>
                    </a:lnT>
                    <a:lnB w="12240">
                      <a:solidFill>
                        <a:srgbClr val="FFFFFF"/>
                      </a:solidFill>
                      <a:prstDash val="solid"/>
                    </a:lnB>
                    <a:solidFill>
                      <a:schemeClr val="accent1">
                        <a:tint val="20000"/>
                      </a:schemeClr>
                    </a:solidFill>
                  </a:tcPr>
                </a:tc>
                <a:tc>
                  <a:txBody>
                    <a:bodyPr anchor="t">
                      <a:noAutofit/>
                    </a:bodyPr>
                    <a:p>
                      <a:r>
                        <a:rPr sz="1200" b="0"/>
                        <a:t>QDA</a:t>
                      </a:r>
                    </a:p>
                  </a:txBody>
                  <a:tcPr anchor="t" marL="91440" marR="91440" marT="45720" marB="45720">
                    <a:lnL w="12240">
                      <a:solidFill>
                        <a:srgbClr val="FFFFFF"/>
                      </a:solidFill>
                      <a:prstDash val="solid"/>
                    </a:lnL>
                    <a:lnR w="12240">
                      <a:solidFill>
                        <a:srgbClr val="FFFFFF"/>
                      </a:solidFill>
                      <a:prstDash val="solid"/>
                    </a:lnR>
                    <a:lnT w="12240">
                      <a:solidFill>
                        <a:srgbClr val="FFFFFF"/>
                      </a:solidFill>
                      <a:prstDash val="solid"/>
                    </a:lnT>
                    <a:lnB w="12240">
                      <a:solidFill>
                        <a:srgbClr val="FFFFFF"/>
                      </a:solidFill>
                      <a:prstDash val="solid"/>
                    </a:lnB>
                    <a:solidFill>
                      <a:schemeClr val="accent1">
                        <a:tint val="20000"/>
                      </a:schemeClr>
                    </a:solidFill>
                  </a:tcPr>
                </a:tc>
                <a:tc>
                  <a:txBody>
                    <a:bodyPr anchor="t">
                      <a:noAutofit/>
                    </a:bodyPr>
                    <a:p>
                      <a:r>
                        <a:rPr sz="1200" b="0"/>
                        <a:t>0.70 ± 0.20</a:t>
                      </a:r>
                    </a:p>
                  </a:txBody>
                  <a:tcPr anchor="t" marL="91440" marR="91440" marT="45720" marB="45720">
                    <a:lnL w="12240">
                      <a:solidFill>
                        <a:srgbClr val="FFFFFF"/>
                      </a:solidFill>
                      <a:prstDash val="solid"/>
                    </a:lnL>
                    <a:lnR w="12240">
                      <a:solidFill>
                        <a:srgbClr val="FFFFFF"/>
                      </a:solidFill>
                      <a:prstDash val="solid"/>
                    </a:lnR>
                    <a:lnT w="12240">
                      <a:solidFill>
                        <a:srgbClr val="FFFFFF"/>
                      </a:solidFill>
                      <a:prstDash val="solid"/>
                    </a:lnT>
                    <a:lnB w="12240">
                      <a:solidFill>
                        <a:srgbClr val="FFFFFF"/>
                      </a:solidFill>
                      <a:prstDash val="solid"/>
                    </a:lnB>
                    <a:solidFill>
                      <a:schemeClr val="accent1">
                        <a:tint val="20000"/>
                      </a:schemeClr>
                    </a:solidFill>
                  </a:tcPr>
                </a:tc>
                <a:tc>
                  <a:txBody>
                    <a:bodyPr anchor="t">
                      <a:noAutofit/>
                    </a:bodyPr>
                    <a:p>
                      <a:r>
                        <a:rPr sz="1200" b="0"/>
                        <a:t>0.63</a:t>
                      </a:r>
                    </a:p>
                  </a:txBody>
                  <a:tcPr anchor="t" marL="91440" marR="91440" marT="45720" marB="45720">
                    <a:lnL w="12240">
                      <a:solidFill>
                        <a:srgbClr val="FFFFFF"/>
                      </a:solidFill>
                      <a:prstDash val="solid"/>
                    </a:lnL>
                    <a:lnR w="12240">
                      <a:solidFill>
                        <a:srgbClr val="FFFFFF"/>
                      </a:solidFill>
                      <a:prstDash val="solid"/>
                    </a:lnR>
                    <a:lnT w="12240">
                      <a:solidFill>
                        <a:srgbClr val="FFFFFF"/>
                      </a:solidFill>
                      <a:prstDash val="solid"/>
                    </a:lnT>
                    <a:lnB w="12240">
                      <a:solidFill>
                        <a:srgbClr val="FFFFFF"/>
                      </a:solidFill>
                      <a:prstDash val="solid"/>
                    </a:lnB>
                    <a:solidFill>
                      <a:schemeClr val="accent1">
                        <a:tint val="20000"/>
                      </a:schemeClr>
                    </a:solidFill>
                  </a:tcPr>
                </a:tc>
                <a:tc>
                  <a:txBody>
                    <a:bodyPr anchor="t">
                      <a:noAutofit/>
                    </a:bodyPr>
                    <a:p>
                      <a:r>
                        <a:rPr sz="1200" b="0"/>
                        <a:t>n.s. (d=0.54)</a:t>
                      </a:r>
                    </a:p>
                  </a:txBody>
                  <a:tcPr anchor="t" marL="91440" marR="91440" marT="45720" marB="45720">
                    <a:lnL w="12240">
                      <a:solidFill>
                        <a:srgbClr val="FFFFFF"/>
                      </a:solidFill>
                      <a:prstDash val="solid"/>
                    </a:lnL>
                    <a:lnR w="12240">
                      <a:solidFill>
                        <a:srgbClr val="FFFFFF"/>
                      </a:solidFill>
                      <a:prstDash val="solid"/>
                    </a:lnR>
                    <a:lnT w="12240">
                      <a:solidFill>
                        <a:srgbClr val="FFFFFF"/>
                      </a:solidFill>
                      <a:prstDash val="solid"/>
                    </a:lnT>
                    <a:lnB w="12240">
                      <a:solidFill>
                        <a:srgbClr val="FFFFFF"/>
                      </a:solidFill>
                      <a:prstDash val="solid"/>
                    </a:lnB>
                    <a:solidFill>
                      <a:schemeClr val="accent1">
                        <a:tint val="20000"/>
                      </a:schemeClr>
                    </a:solidFill>
                  </a:tcPr>
                </a:tc>
                <a:tc>
                  <a:txBody>
                    <a:bodyPr anchor="t">
                      <a:noAutofit/>
                    </a:bodyPr>
                    <a:p>
                      <a:r>
                        <a:rPr sz="1200"/>
                        <a:t>n.s. (prior 0.65; d=+0.36)</a:t>
                      </a:r>
                    </a:p>
                  </a:txBody>
                  <a:tcPr anchor="t" marL="91440" marR="91440" marT="45720" marB="45720">
                    <a:lnL w="12240">
                      <a:solidFill>
                        <a:srgbClr val="FFFFFF"/>
                      </a:solidFill>
                      <a:prstDash val="solid"/>
                    </a:lnL>
                    <a:lnR w="12240">
                      <a:solidFill>
                        <a:srgbClr val="FFFFFF"/>
                      </a:solidFill>
                      <a:prstDash val="solid"/>
                    </a:lnR>
                    <a:lnT w="12240">
                      <a:solidFill>
                        <a:srgbClr val="FFFFFF"/>
                      </a:solidFill>
                      <a:prstDash val="solid"/>
                    </a:lnT>
                    <a:lnB w="12240">
                      <a:solidFill>
                        <a:srgbClr val="FFFFFF"/>
                      </a:solidFill>
                      <a:prstDash val="solid"/>
                    </a:lnB>
                    <a:solidFill>
                      <a:schemeClr val="accent1">
                        <a:tint val="20000"/>
                      </a:schemeClr>
                    </a:solidFill>
                  </a:tcPr>
                </a:tc>
              </a:tr>
              <a:tr h="320040">
                <a:tc>
                  <a:txBody>
                    <a:bodyPr anchor="t">
                      <a:noAutofit/>
                    </a:bodyPr>
                    <a:p>
                      <a:r>
                        <a:rPr sz="1200" b="0"/>
                        <a:t>All (20)</a:t>
                      </a:r>
                    </a:p>
                  </a:txBody>
                  <a:tcPr anchor="t" marL="91440" marR="91440" marT="45720" marB="45720">
                    <a:lnL w="12240">
                      <a:solidFill>
                        <a:srgbClr val="FFFFFF"/>
                      </a:solidFill>
                      <a:prstDash val="solid"/>
                    </a:lnL>
                    <a:lnR w="12240">
                      <a:solidFill>
                        <a:srgbClr val="FFFFFF"/>
                      </a:solidFill>
                      <a:prstDash val="solid"/>
                    </a:lnR>
                    <a:lnT w="12240">
                      <a:solidFill>
                        <a:srgbClr val="FFFFFF"/>
                      </a:solidFill>
                      <a:prstDash val="solid"/>
                    </a:lnT>
                    <a:lnB w="12240">
                      <a:solidFill>
                        <a:srgbClr val="FFFFFF"/>
                      </a:solidFill>
                      <a:prstDash val="solid"/>
                    </a:lnB>
                    <a:solidFill>
                      <a:schemeClr val="accent1">
                        <a:tint val="40000"/>
                      </a:schemeClr>
                    </a:solidFill>
                  </a:tcPr>
                </a:tc>
                <a:tc>
                  <a:txBody>
                    <a:bodyPr anchor="t">
                      <a:noAutofit/>
                    </a:bodyPr>
                    <a:p>
                      <a:r>
                        <a:rPr sz="1200" b="0"/>
                        <a:t>Logistic Regression</a:t>
                      </a:r>
                    </a:p>
                  </a:txBody>
                  <a:tcPr anchor="t" marL="91440" marR="91440" marT="45720" marB="45720">
                    <a:lnL w="12240">
                      <a:solidFill>
                        <a:srgbClr val="FFFFFF"/>
                      </a:solidFill>
                      <a:prstDash val="solid"/>
                    </a:lnL>
                    <a:lnR w="12240">
                      <a:solidFill>
                        <a:srgbClr val="FFFFFF"/>
                      </a:solidFill>
                      <a:prstDash val="solid"/>
                    </a:lnR>
                    <a:lnT w="12240">
                      <a:solidFill>
                        <a:srgbClr val="FFFFFF"/>
                      </a:solidFill>
                      <a:prstDash val="solid"/>
                    </a:lnT>
                    <a:lnB w="12240">
                      <a:solidFill>
                        <a:srgbClr val="FFFFFF"/>
                      </a:solidFill>
                      <a:prstDash val="solid"/>
                    </a:lnB>
                    <a:solidFill>
                      <a:schemeClr val="accent1">
                        <a:tint val="40000"/>
                      </a:schemeClr>
                    </a:solidFill>
                  </a:tcPr>
                </a:tc>
                <a:tc>
                  <a:txBody>
                    <a:bodyPr anchor="t">
                      <a:noAutofit/>
                    </a:bodyPr>
                    <a:p>
                      <a:r>
                        <a:rPr sz="1200" b="0"/>
                        <a:t>0.68 ± 0.18</a:t>
                      </a:r>
                    </a:p>
                  </a:txBody>
                  <a:tcPr anchor="t" marL="91440" marR="91440" marT="45720" marB="45720">
                    <a:lnL w="12240">
                      <a:solidFill>
                        <a:srgbClr val="FFFFFF"/>
                      </a:solidFill>
                      <a:prstDash val="solid"/>
                    </a:lnL>
                    <a:lnR w="12240">
                      <a:solidFill>
                        <a:srgbClr val="FFFFFF"/>
                      </a:solidFill>
                      <a:prstDash val="solid"/>
                    </a:lnR>
                    <a:lnT w="12240">
                      <a:solidFill>
                        <a:srgbClr val="FFFFFF"/>
                      </a:solidFill>
                      <a:prstDash val="solid"/>
                    </a:lnT>
                    <a:lnB w="12240">
                      <a:solidFill>
                        <a:srgbClr val="FFFFFF"/>
                      </a:solidFill>
                      <a:prstDash val="solid"/>
                    </a:lnB>
                    <a:solidFill>
                      <a:schemeClr val="accent1">
                        <a:tint val="40000"/>
                      </a:schemeClr>
                    </a:solidFill>
                  </a:tcPr>
                </a:tc>
                <a:tc>
                  <a:txBody>
                    <a:bodyPr anchor="t">
                      <a:noAutofit/>
                    </a:bodyPr>
                    <a:p>
                      <a:r>
                        <a:rPr sz="1200" b="0"/>
                        <a:t>0.57</a:t>
                      </a:r>
                    </a:p>
                  </a:txBody>
                  <a:tcPr anchor="t" marL="91440" marR="91440" marT="45720" marB="45720">
                    <a:lnL w="12240">
                      <a:solidFill>
                        <a:srgbClr val="FFFFFF"/>
                      </a:solidFill>
                      <a:prstDash val="solid"/>
                    </a:lnL>
                    <a:lnR w="12240">
                      <a:solidFill>
                        <a:srgbClr val="FFFFFF"/>
                      </a:solidFill>
                      <a:prstDash val="solid"/>
                    </a:lnR>
                    <a:lnT w="12240">
                      <a:solidFill>
                        <a:srgbClr val="FFFFFF"/>
                      </a:solidFill>
                      <a:prstDash val="solid"/>
                    </a:lnT>
                    <a:lnB w="12240">
                      <a:solidFill>
                        <a:srgbClr val="FFFFFF"/>
                      </a:solidFill>
                      <a:prstDash val="solid"/>
                    </a:lnB>
                    <a:solidFill>
                      <a:schemeClr val="accent1">
                        <a:tint val="40000"/>
                      </a:schemeClr>
                    </a:solidFill>
                  </a:tcPr>
                </a:tc>
                <a:tc>
                  <a:txBody>
                    <a:bodyPr anchor="t">
                      <a:noAutofit/>
                    </a:bodyPr>
                    <a:p>
                      <a:r>
                        <a:rPr sz="1200" b="0"/>
                        <a:t>n.s. (d=0.58)</a:t>
                      </a:r>
                    </a:p>
                  </a:txBody>
                  <a:tcPr anchor="t" marL="91440" marR="91440" marT="45720" marB="45720">
                    <a:lnL w="12240">
                      <a:solidFill>
                        <a:srgbClr val="FFFFFF"/>
                      </a:solidFill>
                      <a:prstDash val="solid"/>
                    </a:lnL>
                    <a:lnR w="12240">
                      <a:solidFill>
                        <a:srgbClr val="FFFFFF"/>
                      </a:solidFill>
                      <a:prstDash val="solid"/>
                    </a:lnR>
                    <a:lnT w="12240">
                      <a:solidFill>
                        <a:srgbClr val="FFFFFF"/>
                      </a:solidFill>
                      <a:prstDash val="solid"/>
                    </a:lnT>
                    <a:lnB w="12240">
                      <a:solidFill>
                        <a:srgbClr val="FFFFFF"/>
                      </a:solidFill>
                      <a:prstDash val="solid"/>
                    </a:lnB>
                    <a:solidFill>
                      <a:schemeClr val="accent1">
                        <a:tint val="40000"/>
                      </a:schemeClr>
                    </a:solidFill>
                  </a:tcPr>
                </a:tc>
                <a:tc>
                  <a:txBody>
                    <a:bodyPr anchor="t">
                      <a:noAutofit/>
                    </a:bodyPr>
                    <a:p>
                      <a:r>
                        <a:rPr sz="1200"/>
                        <a:t>n.s. (prior 0.73; d=−0.36)</a:t>
                      </a:r>
                    </a:p>
                  </a:txBody>
                  <a:tcPr anchor="t" marL="91440" marR="91440" marT="45720" marB="45720">
                    <a:lnL w="12240">
                      <a:solidFill>
                        <a:srgbClr val="FFFFFF"/>
                      </a:solidFill>
                      <a:prstDash val="solid"/>
                    </a:lnL>
                    <a:lnR w="12240">
                      <a:solidFill>
                        <a:srgbClr val="FFFFFF"/>
                      </a:solidFill>
                      <a:prstDash val="solid"/>
                    </a:lnR>
                    <a:lnT w="12240">
                      <a:solidFill>
                        <a:srgbClr val="FFFFFF"/>
                      </a:solidFill>
                      <a:prstDash val="solid"/>
                    </a:lnT>
                    <a:lnB w="12240">
                      <a:solidFill>
                        <a:srgbClr val="FFFFFF"/>
                      </a:solidFill>
                      <a:prstDash val="solid"/>
                    </a:lnB>
                    <a:solidFill>
                      <a:schemeClr val="accent1">
                        <a:tint val="40000"/>
                      </a:schemeClr>
                    </a:solidFill>
                  </a:tcPr>
                </a:tc>
              </a:tr>
            </a:tbl>
          </a:graphicData>
        </a:graphic>
      </p:graphicFrame>
      <p:sp>
        <p:nvSpPr>
          <p:cNvPr id="94" name="TextBox 2"/>
          <p:cNvSpPr/>
          <p:nvPr/>
        </p:nvSpPr>
        <p:spPr>
          <a:xfrm>
            <a:off x="365760" y="2834640"/>
            <a:ext cx="10423800" cy="10969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spAutoFit/>
          </a:bodyPr>
          <a:p>
            <a:pPr defTabSz="914400">
              <a:lnSpc>
                <a:spcPct val="100000"/>
              </a:lnSpc>
            </a:pPr>
            <a:r>
              <a:rPr lang="en-US" sz="1200" b="0" i="1" u="none" strike="noStrike">
                <a:solidFill>
                  <a:schemeClr val="dk1"/>
                </a:solidFill>
                <a:effectLst/>
                <a:uFillTx/>
                <a:latin typeface="Aptos"/>
              </a:rPr>
              <a:t>Per-fold LOSO accuracy; paired t-test (Bonferroni) + Cohen's d. Harmonized 2-annotator labels + identical nested CV. Our detector and the prior gaze QDA are statistically indistinguishable on every split (all n.s.) — we edge triads, the prior edges dyads. The prior QDA is itself n.s. vs chance after Bonferroni too (d up to 1.18, but n=8–20 underpowered): nothing here — ours or prior — survives correction. The earlier 'beats prior' result was a label-distribution artifact.</a:t>
            </a:r>
            <a:endParaRPr lang="en-US" sz="1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95" name="TextBox 3"/>
          <p:cNvSpPr/>
          <p:nvPr/>
        </p:nvSpPr>
        <p:spPr>
          <a:xfrm>
            <a:off x="365760" y="274320"/>
            <a:ext cx="10423800" cy="8226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spAutoFit/>
          </a:bodyPr>
          <a:p>
            <a:pPr defTabSz="914400">
              <a:lnSpc>
                <a:spcPct val="100000"/>
              </a:lnSpc>
            </a:pPr>
            <a:r>
              <a:rPr lang="en-US" sz="2800" b="1" u="none" strike="noStrike">
                <a:solidFill>
                  <a:schemeClr val="dk1"/>
                </a:solidFill>
                <a:effectLst/>
                <a:uFillTx/>
                <a:latin typeface="Aptos"/>
              </a:rPr>
              <a:t>Group TE Detection: Results + Significance (vs prior detector)</a:t>
            </a:r>
            <a:endParaRPr lang="en-US" sz="2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96" name="TextBox 95"/>
          <p:cNvSpPr txBox="1"/>
          <p:nvPr/>
        </p:nvSpPr>
        <p:spPr>
          <a:xfrm>
            <a:off x="457200" y="6126480"/>
            <a:ext cx="1115568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000" i="1"/>
              <a:t>Fair comparison: prior gaze features (185 floorlevel windows) re-scored with our harmonized 2-annotator labels under identical LOSO nested CV; our detector uses our pipeline windows (197). Counts differ from tail-window trimming; tests paired by group (n = 20 / 8 / 12).</a:t>
            </a: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6" name="PlaceHolder 1"/>
          <p:cNvSpPr>
            <a:spLocks noGrp="1"/>
          </p:cNvSpPr>
          <p:nvPr>
            <p:ph type="title"/>
          </p:nvPr>
        </p:nvSpPr>
        <p:spPr>
          <a:xfrm>
            <a:off x="838080" y="365040"/>
            <a:ext cx="10515240" cy="132516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ctr">
            <a:noAutofit/>
          </a:bodyPr>
          <a:p>
            <a:pPr indent="0" algn="l" defTabSz="914400">
              <a:lnSpc>
                <a:spcPct val="90000"/>
              </a:lnSpc>
              <a:buNone/>
            </a:pPr>
            <a:r>
              <a:rPr lang="en-US" sz="4400" b="0" u="none" strike="noStrike">
                <a:solidFill>
                  <a:schemeClr val="dk1"/>
                </a:solidFill>
                <a:effectLst/>
                <a:uFillTx/>
                <a:latin typeface="Aptos Display"/>
              </a:rPr>
              <a:t>Why 60 s Windows (Granularity)</a:t>
            </a:r>
            <a:endParaRPr lang="en-US" sz="4400" b="0" u="none" strike="noStrike">
              <a:solidFill>
                <a:schemeClr val="dk1"/>
              </a:solidFill>
              <a:effectLst/>
              <a:uFillTx/>
              <a:latin typeface="Aptos Display"/>
            </a:endParaRPr>
          </a:p>
        </p:txBody>
      </p:sp>
      <p:sp>
        <p:nvSpPr>
          <p:cNvPr id="98" name="TextBox 3"/>
          <p:cNvSpPr/>
          <p:nvPr/>
        </p:nvSpPr>
        <p:spPr>
          <a:xfrm>
            <a:off x="457200" y="2560320"/>
            <a:ext cx="9482760" cy="2732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wrap="none" lIns="90000" tIns="45000" rIns="90000" bIns="45000" anchor="t">
            <a:spAutoFit/>
          </a:bodyPr>
          <a:p>
            <a:pPr defTabSz="914400">
              <a:lnSpc>
                <a:spcPct val="100000"/>
              </a:lnSpc>
            </a:pPr>
            <a:r>
              <a:rPr lang="en-US" sz="1200" b="0" i="1" u="none" strike="noStrike">
                <a:solidFill>
                  <a:schemeClr val="dk1"/>
                </a:solidFill>
                <a:effectLst/>
                <a:uFillTx/>
                <a:latin typeface="Aptos"/>
              </a:rPr>
              <a:t>Aggregating to 60 s removes noise -&gt; large gain. 1 Hz frames and segment-based too noisy. 60 s also matches the prior-work window size.</a:t>
            </a:r>
            <a:endParaRPr lang="en-US" sz="1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graphicFrame>
        <p:nvGraphicFramePr>
          <p:cNvPr id="99" name="Table 98"/>
          <p:cNvGraphicFramePr>
            <a:graphicFrameLocks noGrp="1"/>
          </p:cNvGraphicFramePr>
          <p:nvPr/>
        </p:nvGraphicFramePr>
        <p:xfrm>
          <a:off x="457200" y="1463040"/>
          <a:ext cx="9966960" cy="1243584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3200400"/>
                <a:gridCol w="3474720"/>
                <a:gridCol w="3291840"/>
              </a:tblGrid>
              <a:tr h="310896">
                <a:tc>
                  <a:txBody>
                    <a:bodyPr/>
                    <a:lstStyle/>
                    <a:p>
                      <a:r>
                        <a:rPr sz="1200" b="1"/>
                        <a:t>Granularity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200" b="1"/>
                        <a:t>Group TE acc (best model)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200" b="1"/>
                        <a:t>Note</a:t>
                      </a:r>
                    </a:p>
                  </a:txBody>
                  <a:tcPr/>
                </a:tc>
              </a:tr>
              <a:tr h="310896">
                <a:tc>
                  <a:txBody>
                    <a:bodyPr/>
                    <a:lstStyle/>
                    <a:p>
                      <a:r>
                        <a:rPr sz="1200" b="0"/>
                        <a:t>Transcript segment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200" b="0"/>
                        <a:t>0.55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200" b="0"/>
                        <a:t>per-utterance, noisy</a:t>
                      </a:r>
                    </a:p>
                  </a:txBody>
                  <a:tcPr/>
                </a:tc>
              </a:tr>
              <a:tr h="310896">
                <a:tc>
                  <a:txBody>
                    <a:bodyPr/>
                    <a:lstStyle/>
                    <a:p>
                      <a:r>
                        <a:rPr sz="1200" b="0"/>
                        <a:t>60 s window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200" b="0"/>
                        <a:t>0.68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200" b="0"/>
                        <a:t>best — matches prior work</a:t>
                      </a:r>
                    </a:p>
                  </a:txBody>
                  <a:tcPr/>
                </a:tc>
              </a:tr>
            </a:tbl>
          </a:graphicData>
        </a:graphic>
      </p:graphicFrame>
      <p:sp>
        <p:nvSpPr>
          <p:cNvPr id="100" name="TextBox 99"/>
          <p:cNvSpPr txBox="1"/>
          <p:nvPr/>
        </p:nvSpPr>
        <p:spPr>
          <a:xfrm>
            <a:off x="457200" y="3200400"/>
            <a:ext cx="1005840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100" i="1"/>
              <a:t>Best model per granularity (group TE, LOSO). Coarser aggregation → less noise; 60 s wins. (1 Hz frame omitted — not recomputed on harmonized labels.)</a:t>
            </a: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9" name="PlaceHolder 1"/>
          <p:cNvSpPr>
            <a:spLocks noGrp="1"/>
          </p:cNvSpPr>
          <p:nvPr>
            <p:ph type="title"/>
          </p:nvPr>
        </p:nvSpPr>
        <p:spPr>
          <a:xfrm>
            <a:off x="838080" y="365040"/>
            <a:ext cx="10515240" cy="132516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ctr">
            <a:noAutofit/>
          </a:bodyPr>
          <a:p>
            <a:pPr indent="0" algn="l" defTabSz="914400">
              <a:lnSpc>
                <a:spcPct val="90000"/>
              </a:lnSpc>
              <a:buNone/>
            </a:pPr>
            <a:r>
              <a:rPr lang="en-US" sz="4400" b="0" u="none" strike="noStrike">
                <a:solidFill>
                  <a:schemeClr val="dk1"/>
                </a:solidFill>
                <a:effectLst/>
                <a:uFillTx/>
                <a:latin typeface="Aptos Display"/>
              </a:rPr>
              <a:t>What Drives Task Engagement? (feature contribution)</a:t>
            </a:r>
            <a:endParaRPr lang="en-US" sz="4400" b="0" u="none" strike="noStrike">
              <a:solidFill>
                <a:schemeClr val="dk1"/>
              </a:solidFill>
              <a:effectLst/>
              <a:uFillTx/>
              <a:latin typeface="Aptos Display"/>
            </a:endParaRPr>
          </a:p>
        </p:txBody>
      </p:sp>
      <p:sp>
        <p:nvSpPr>
          <p:cNvPr id="100" name="PlaceHolder 2"/>
          <p:cNvSpPr>
            <a:spLocks noGrp="1"/>
          </p:cNvSpPr>
          <p:nvPr>
            <p:ph/>
          </p:nvPr>
        </p:nvSpPr>
        <p:spPr>
          <a:xfrm>
            <a:off x="838080" y="1825560"/>
            <a:ext cx="10515240" cy="435096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t">
            <a:noAutofit/>
          </a:bodyPr>
          <a:p>
            <a:pPr marL="228600" indent="-228600" algn="l" defTabSz="914400">
              <a:lnSpc>
                <a:spcPct val="90000"/>
              </a:lnSpc>
              <a:spcBef>
                <a:spcPts val="1001"/>
              </a:spcBef>
              <a:buClr>
                <a:srgbClr val="000000"/>
              </a:buClr>
              <a:buFont typeface="Arial"/>
              <a:buChar char="•"/>
            </a:pPr>
            <a:r>
              <a:rPr lang="en-US" sz="1800" b="0" u="none" strike="noStrike">
                <a:solidFill>
                  <a:schemeClr val="dk1"/>
                </a:solidFill>
                <a:effectLst/>
                <a:uFillTx/>
                <a:latin typeface="Aptos"/>
              </a:rPr>
              <a:t>Group TE: group affect dominates</a:t>
            </a:r>
            <a:endParaRPr lang="en-US" sz="1800" b="0" u="none" strike="noStrike">
              <a:solidFill>
                <a:schemeClr val="dk1"/>
              </a:solidFill>
              <a:effectLst/>
              <a:uFillTx/>
              <a:latin typeface="Aptos"/>
            </a:endParaRPr>
          </a:p>
          <a:p>
            <a:pPr marL="685800" lvl="1" indent="-228600" algn="l" defTabSz="914400">
              <a:lnSpc>
                <a:spcPct val="90000"/>
              </a:lnSpc>
              <a:spcBef>
                <a:spcPts val="499"/>
              </a:spcBef>
              <a:buClr>
                <a:srgbClr val="000000"/>
              </a:buClr>
              <a:buFont typeface="Arial"/>
              <a:buChar char="•"/>
            </a:pPr>
            <a:r>
              <a:rPr lang="en-US" sz="1600" b="0" u="none" strike="noStrike">
                <a:solidFill>
                  <a:schemeClr val="dk1"/>
                </a:solidFill>
                <a:effectLst/>
                <a:uFillTx/>
                <a:latin typeface="Aptos"/>
              </a:rPr>
              <a:t>valence (positive -&gt; high TE), dominance (negative), arousal</a:t>
            </a:r>
            <a:endParaRPr lang="en-US" sz="1600" b="0" u="none" strike="noStrike">
              <a:solidFill>
                <a:schemeClr val="dk1"/>
              </a:solidFill>
              <a:effectLst/>
              <a:uFillTx/>
              <a:latin typeface="Aptos"/>
            </a:endParaRPr>
          </a:p>
          <a:p>
            <a:pPr marL="228600" indent="-228600" algn="l" defTabSz="914400">
              <a:lnSpc>
                <a:spcPct val="90000"/>
              </a:lnSpc>
              <a:spcBef>
                <a:spcPts val="1001"/>
              </a:spcBef>
              <a:buClr>
                <a:srgbClr val="000000"/>
              </a:buClr>
              <a:buFont typeface="Arial"/>
              <a:buChar char="•"/>
            </a:pPr>
            <a:r>
              <a:rPr lang="en-US" sz="1800" b="0" u="none" strike="noStrike">
                <a:solidFill>
                  <a:schemeClr val="dk1"/>
                </a:solidFill>
                <a:effectLst/>
                <a:uFillTx/>
                <a:latin typeface="Aptos"/>
              </a:rPr>
              <a:t>Individual engagement: more distributed</a:t>
            </a:r>
            <a:endParaRPr lang="en-US" sz="1800" b="0" u="none" strike="noStrike">
              <a:solidFill>
                <a:schemeClr val="dk1"/>
              </a:solidFill>
              <a:effectLst/>
              <a:uFillTx/>
              <a:latin typeface="Aptos"/>
            </a:endParaRPr>
          </a:p>
          <a:p>
            <a:pPr marL="685800" lvl="1" indent="-228600" algn="l" defTabSz="914400">
              <a:lnSpc>
                <a:spcPct val="90000"/>
              </a:lnSpc>
              <a:spcBef>
                <a:spcPts val="499"/>
              </a:spcBef>
              <a:buClr>
                <a:srgbClr val="000000"/>
              </a:buClr>
              <a:buFont typeface="Arial"/>
              <a:buChar char="•"/>
            </a:pPr>
            <a:r>
              <a:rPr lang="en-US" sz="1600" b="0" u="none" strike="noStrike">
                <a:solidFill>
                  <a:schemeClr val="dk1"/>
                </a:solidFill>
                <a:effectLst/>
                <a:uFillTx/>
                <a:latin typeface="Aptos"/>
              </a:rPr>
              <a:t>own speaking activity + word_count / words_per_second + affect</a:t>
            </a:r>
            <a:endParaRPr lang="en-US" sz="1600" b="0" u="none" strike="noStrike">
              <a:solidFill>
                <a:schemeClr val="dk1"/>
              </a:solidFill>
              <a:effectLst/>
              <a:uFillTx/>
              <a:latin typeface="Aptos"/>
            </a:endParaRPr>
          </a:p>
          <a:p>
            <a:pPr marL="228600" indent="-228600" algn="l" defTabSz="914400">
              <a:lnSpc>
                <a:spcPct val="90000"/>
              </a:lnSpc>
              <a:spcBef>
                <a:spcPts val="1001"/>
              </a:spcBef>
              <a:buClr>
                <a:srgbClr val="000000"/>
              </a:buClr>
              <a:buFont typeface="Arial"/>
              <a:buChar char="•"/>
            </a:pPr>
            <a:r>
              <a:rPr lang="en-US" sz="1800" b="0" u="none" strike="noStrike">
                <a:solidFill>
                  <a:schemeClr val="dk1"/>
                </a:solidFill>
                <a:effectLst/>
                <a:uFillTx/>
                <a:latin typeface="Aptos"/>
              </a:rPr>
              <a:t>Method: standardized logistic-regression coefficients + Random-Forest importance (LOSO)</a:t>
            </a:r>
            <a:endParaRPr lang="en-US" sz="1800" b="0" u="none" strike="noStrike">
              <a:solidFill>
                <a:schemeClr val="dk1"/>
              </a:solidFill>
              <a:effectLst/>
              <a:uFillTx/>
              <a:latin typeface="Aptos"/>
            </a:endParaRPr>
          </a:p>
          <a:p>
            <a:pPr marL="228600" indent="-228600" algn="l" defTabSz="914400">
              <a:lnSpc>
                <a:spcPct val="90000"/>
              </a:lnSpc>
              <a:spcBef>
                <a:spcPts val="1001"/>
              </a:spcBef>
              <a:buClr>
                <a:srgbClr val="000000"/>
              </a:buClr>
              <a:buFont typeface="Arial"/>
              <a:buChar char="•"/>
            </a:pPr>
            <a:r>
              <a:rPr lang="en-US" sz="1800" b="0" u="none" strike="noStrike">
                <a:solidFill>
                  <a:schemeClr val="dk1"/>
                </a:solidFill>
                <a:effectLst/>
                <a:uFillTx/>
                <a:latin typeface="Aptos"/>
              </a:rPr>
              <a:t>Linguistic features explain individual engagement more than group TE</a:t>
            </a:r>
            <a:endParaRPr lang="en-US" sz="1800" b="0" u="none" strike="noStrike">
              <a:solidFill>
                <a:schemeClr val="dk1"/>
              </a:solidFill>
              <a:effectLst/>
              <a:uFillTx/>
              <a:latin typeface="Aptos"/>
            </a:endParaRPr>
          </a:p>
        </p:txBody>
      </p:sp>
      <p:graphicFrame>
        <p:nvGraphicFramePr>
          <p:cNvPr id="101" name="Table 100"/>
          <p:cNvGraphicFramePr>
            <a:graphicFrameLocks noGrp="1"/>
          </p:cNvGraphicFramePr>
          <p:nvPr/>
        </p:nvGraphicFramePr>
        <p:xfrm>
          <a:off x="457200" y="3749039"/>
          <a:ext cx="7863840" cy="155448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3291840"/>
                <a:gridCol w="2194560"/>
                <a:gridCol w="2377440"/>
              </a:tblGrid>
              <a:tr h="310896">
                <a:tc>
                  <a:txBody>
                    <a:bodyPr/>
                    <a:lstStyle/>
                    <a:p>
                      <a:r>
                        <a:rPr sz="1200" b="1"/>
                        <a:t>Feature (Group TE)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200" b="1"/>
                        <a:t>LogReg coef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200" b="1"/>
                        <a:t>RF importance</a:t>
                      </a:r>
                    </a:p>
                  </a:txBody>
                  <a:tcPr/>
                </a:tc>
              </a:tr>
              <a:tr h="310896">
                <a:tc>
                  <a:txBody>
                    <a:bodyPr/>
                    <a:lstStyle/>
                    <a:p>
                      <a:r>
                        <a:rPr sz="1200" b="0"/>
                        <a:t>dominance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200" b="0"/>
                        <a:t>-1.43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200" b="0"/>
                        <a:t>0.18</a:t>
                      </a:r>
                    </a:p>
                  </a:txBody>
                  <a:tcPr/>
                </a:tc>
              </a:tr>
              <a:tr h="310896">
                <a:tc>
                  <a:txBody>
                    <a:bodyPr/>
                    <a:lstStyle/>
                    <a:p>
                      <a:r>
                        <a:rPr sz="1200" b="0"/>
                        <a:t>valence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200" b="0"/>
                        <a:t>+0.58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200" b="0"/>
                        <a:t>0.16</a:t>
                      </a:r>
                    </a:p>
                  </a:txBody>
                  <a:tcPr/>
                </a:tc>
              </a:tr>
              <a:tr h="310896">
                <a:tc>
                  <a:txBody>
                    <a:bodyPr/>
                    <a:lstStyle/>
                    <a:p>
                      <a:r>
                        <a:rPr sz="1200" b="0"/>
                        <a:t>question_rate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200" b="0"/>
                        <a:t>-0.35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200" b="0"/>
                        <a:t>0.04</a:t>
                      </a:r>
                    </a:p>
                  </a:txBody>
                  <a:tcPr/>
                </a:tc>
              </a:tr>
              <a:tr h="310896">
                <a:tc>
                  <a:txBody>
                    <a:bodyPr/>
                    <a:lstStyle/>
                    <a:p>
                      <a:r>
                        <a:rPr sz="1200" b="0"/>
                        <a:t>arousal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200" b="0"/>
                        <a:t>+0.19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200" b="0"/>
                        <a:t>0.12</a:t>
                      </a:r>
                    </a:p>
                  </a:txBody>
                  <a:tcPr/>
                </a:tc>
              </a:tr>
            </a:tbl>
          </a:graphicData>
        </a:graphic>
      </p:graphicFrame>
      <p:sp>
        <p:nvSpPr>
          <p:cNvPr id="102" name="TextBox 101"/>
          <p:cNvSpPr txBox="1"/>
          <p:nvPr/>
        </p:nvSpPr>
        <p:spPr>
          <a:xfrm>
            <a:off x="457200" y="5669280"/>
            <a:ext cx="1005840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100" i="1"/>
              <a:t>Group TE driven by audio affect (dominance −, valence +); higher question rate → lower TE. Individual engagement: speaking activity + word-rate + text.</a:t>
            </a: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18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PlaceHolder 1"/>
          <p:cNvSpPr>
            <a:spLocks noGrp="1"/>
          </p:cNvSpPr>
          <p:nvPr>
            <p:ph type="title"/>
          </p:nvPr>
        </p:nvSpPr>
        <p:spPr>
          <a:xfrm>
            <a:off x="838080" y="365040"/>
            <a:ext cx="10515240" cy="132516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ctr">
            <a:noAutofit/>
          </a:bodyPr>
          <a:p>
            <a:pPr indent="0" algn="l" defTabSz="914400">
              <a:lnSpc>
                <a:spcPct val="90000"/>
              </a:lnSpc>
              <a:buNone/>
            </a:pPr>
            <a:r>
              <a:rPr lang="en-US" sz="4400" b="0" u="none" strike="noStrike">
                <a:solidFill>
                  <a:schemeClr val="dk1"/>
                </a:solidFill>
                <a:effectLst/>
                <a:uFillTx/>
                <a:latin typeface="Aptos Display"/>
              </a:rPr>
              <a:t>Do Audio / Text Embeddings Help?</a:t>
            </a:r>
            <a:endParaRPr lang="en-US" sz="4400" b="0" u="none" strike="noStrike">
              <a:solidFill>
                <a:schemeClr val="dk1"/>
              </a:solidFill>
              <a:effectLst/>
              <a:uFillTx/>
              <a:latin typeface="Aptos Display"/>
            </a:endParaRPr>
          </a:p>
        </p:txBody>
      </p:sp>
      <p:sp>
        <p:nvSpPr>
          <p:cNvPr id="102" name="PlaceHolder 2"/>
          <p:cNvSpPr>
            <a:spLocks noGrp="1"/>
          </p:cNvSpPr>
          <p:nvPr>
            <p:ph/>
          </p:nvPr>
        </p:nvSpPr>
        <p:spPr>
          <a:xfrm>
            <a:off x="838080" y="1825560"/>
            <a:ext cx="10515240" cy="435096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t">
            <a:noAutofit/>
          </a:bodyPr>
          <a:p>
            <a:pPr marL="228600" indent="-228600" algn="l" defTabSz="914400">
              <a:lnSpc>
                <a:spcPct val="90000"/>
              </a:lnSpc>
              <a:spcBef>
                <a:spcPts val="1001"/>
              </a:spcBef>
              <a:buClr>
                <a:srgbClr val="000000"/>
              </a:buClr>
              <a:buFont typeface="Arial"/>
              <a:buChar char="•"/>
            </a:pPr>
            <a:r>
              <a:rPr lang="en-US" sz="1800" b="0" u="none" strike="noStrike">
                <a:solidFill>
                  <a:schemeClr val="dk1"/>
                </a:solidFill>
                <a:effectLst/>
                <a:uFillTx/>
                <a:latin typeface="Aptos"/>
              </a:rPr>
              <a:t>Tested base features + openSMILE + emoW2V + sentiment embeddings (1880 dims -&gt; PCA)</a:t>
            </a:r>
            <a:endParaRPr lang="en-US" sz="1800" b="0" u="none" strike="noStrike">
              <a:solidFill>
                <a:schemeClr val="dk1"/>
              </a:solidFill>
              <a:effectLst/>
              <a:uFillTx/>
              <a:latin typeface="Aptos"/>
            </a:endParaRPr>
          </a:p>
          <a:p>
            <a:pPr marL="228600" indent="-228600" algn="l" defTabSz="914400">
              <a:lnSpc>
                <a:spcPct val="90000"/>
              </a:lnSpc>
              <a:spcBef>
                <a:spcPts val="1001"/>
              </a:spcBef>
              <a:buClr>
                <a:srgbClr val="000000"/>
              </a:buClr>
              <a:buFont typeface="Arial"/>
              <a:buChar char="•"/>
            </a:pPr>
            <a:r>
              <a:rPr lang="en-US" sz="1800" b="0" u="none" strike="noStrike">
                <a:solidFill>
                  <a:schemeClr val="dk1"/>
                </a:solidFill>
                <a:effectLst/>
                <a:uFillTx/>
                <a:latin typeface="Aptos"/>
              </a:rPr>
              <a:t>No improvement - embeddings on top of base features hurt cross-session F1</a:t>
            </a:r>
            <a:endParaRPr lang="en-US" sz="1800" b="0" u="none" strike="noStrike">
              <a:solidFill>
                <a:schemeClr val="dk1"/>
              </a:solidFill>
              <a:effectLst/>
              <a:uFillTx/>
              <a:latin typeface="Aptos"/>
            </a:endParaRPr>
          </a:p>
          <a:p>
            <a:pPr marL="685800" lvl="1" indent="-228600" algn="l" defTabSz="914400">
              <a:lnSpc>
                <a:spcPct val="90000"/>
              </a:lnSpc>
              <a:spcBef>
                <a:spcPts val="499"/>
              </a:spcBef>
              <a:buClr>
                <a:srgbClr val="000000"/>
              </a:buClr>
              <a:buFont typeface="Arial"/>
              <a:buChar char="•"/>
            </a:pPr>
            <a:r>
              <a:rPr lang="en-US" sz="1600" b="0" u="none" strike="noStrike">
                <a:solidFill>
                  <a:schemeClr val="dk1"/>
                </a:solidFill>
                <a:effectLst/>
                <a:uFillTx/>
                <a:latin typeface="Aptos"/>
              </a:rPr>
              <a:t>High-dimensional streams add noise that degrades leave-one-session-out generalization</a:t>
            </a:r>
            <a:endParaRPr lang="en-US" sz="1600" b="0" u="none" strike="noStrike">
              <a:solidFill>
                <a:schemeClr val="dk1"/>
              </a:solidFill>
              <a:effectLst/>
              <a:uFillTx/>
              <a:latin typeface="Aptos"/>
            </a:endParaRPr>
          </a:p>
          <a:p>
            <a:pPr marL="228600" indent="-228600" algn="l" defTabSz="914400">
              <a:lnSpc>
                <a:spcPct val="90000"/>
              </a:lnSpc>
              <a:spcBef>
                <a:spcPts val="1001"/>
              </a:spcBef>
              <a:buClr>
                <a:srgbClr val="000000"/>
              </a:buClr>
              <a:buFont typeface="Arial"/>
              <a:buChar char="•"/>
            </a:pPr>
            <a:r>
              <a:rPr lang="en-US" sz="1800" b="0" u="none" strike="noStrike">
                <a:solidFill>
                  <a:schemeClr val="dk1"/>
                </a:solidFill>
                <a:effectLst/>
                <a:uFillTx/>
                <a:latin typeface="Aptos"/>
              </a:rPr>
              <a:t>Conclusion: keep the detector light - simple interpretable features win</a:t>
            </a:r>
            <a:endParaRPr lang="en-US" sz="1800" b="0" u="none" strike="noStrike">
              <a:solidFill>
                <a:schemeClr val="dk1"/>
              </a:solidFill>
              <a:effectLst/>
              <a:uFillTx/>
              <a:latin typeface="Aptos"/>
            </a:endParaRPr>
          </a:p>
        </p:txBody>
      </p:sp>
      <p:graphicFrame>
        <p:nvGraphicFramePr>
          <p:cNvPr id="103" name="Table 102"/>
          <p:cNvGraphicFramePr>
            <a:graphicFrameLocks noGrp="1"/>
          </p:cNvGraphicFramePr>
          <p:nvPr/>
        </p:nvGraphicFramePr>
        <p:xfrm>
          <a:off x="457200" y="3749039"/>
          <a:ext cx="9418320" cy="1243584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3291840"/>
                <a:gridCol w="2011680"/>
                <a:gridCol w="2468880"/>
                <a:gridCol w="1645920"/>
              </a:tblGrid>
              <a:tr h="310896">
                <a:tc>
                  <a:txBody>
                    <a:bodyPr/>
                    <a:lstStyle/>
                    <a:p>
                      <a:r>
                        <a:rPr sz="1200" b="1"/>
                        <a:t>Model (Group TE, All)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200" b="1"/>
                        <a:t>Base acc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200" b="1"/>
                        <a:t>+Embeddings acc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200" b="1"/>
                        <a:t>Delta</a:t>
                      </a:r>
                    </a:p>
                  </a:txBody>
                  <a:tcPr/>
                </a:tc>
              </a:tr>
              <a:tr h="310896">
                <a:tc>
                  <a:txBody>
                    <a:bodyPr/>
                    <a:lstStyle/>
                    <a:p>
                      <a:r>
                        <a:rPr sz="1200"/>
                        <a:t>Random Forest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200" b="0"/>
                        <a:t>0.67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200" b="0"/>
                        <a:t>0.63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200" b="0"/>
                        <a:t>-0.04</a:t>
                      </a:r>
                    </a:p>
                  </a:txBody>
                  <a:tcPr/>
                </a:tc>
              </a:tr>
              <a:tr h="310896">
                <a:tc>
                  <a:txBody>
                    <a:bodyPr/>
                    <a:lstStyle/>
                    <a:p>
                      <a:r>
                        <a:rPr sz="1200"/>
                        <a:t>Logistic Regression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200" b="0"/>
                        <a:t>0.68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200" b="0"/>
                        <a:t>0.55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200" b="0"/>
                        <a:t>-0.13</a:t>
                      </a:r>
                    </a:p>
                  </a:txBody>
                  <a:tcPr/>
                </a:tc>
              </a:tr>
              <a:tr h="310896">
                <a:tc>
                  <a:txBody>
                    <a:bodyPr/>
                    <a:lstStyle/>
                    <a:p>
                      <a:r>
                        <a:rPr sz="1200"/>
                        <a:t>Naive Bayes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200" b="0"/>
                        <a:t>0.62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200" b="0"/>
                        <a:t>0.58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200" b="0"/>
                        <a:t>-0.04</a:t>
                      </a:r>
                    </a:p>
                  </a:txBody>
                  <a:tcPr/>
                </a:tc>
              </a:tr>
            </a:tbl>
          </a:graphicData>
        </a:graphic>
      </p:graphicFrame>
      <p:sp>
        <p:nvSpPr>
          <p:cNvPr id="104" name="TextBox 103"/>
          <p:cNvSpPr txBox="1"/>
          <p:nvPr/>
        </p:nvSpPr>
        <p:spPr>
          <a:xfrm>
            <a:off x="457200" y="5669280"/>
            <a:ext cx="1005840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100" i="1"/>
              <a:t>Embeddings (openSMILE + emoW2V + sentiment, PCA) added on top of base features. Net degradation — best base 0.68 &gt; best +embeddings 0.63. Added dimensions = noise (harmonized 2-annotator labels).</a:t>
            </a: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19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3" name="PlaceHolder 1"/>
          <p:cNvSpPr>
            <a:spLocks noGrp="1"/>
          </p:cNvSpPr>
          <p:nvPr>
            <p:ph type="title"/>
          </p:nvPr>
        </p:nvSpPr>
        <p:spPr>
          <a:xfrm>
            <a:off x="838080" y="365040"/>
            <a:ext cx="10515240" cy="132516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ctr">
            <a:noAutofit/>
          </a:bodyPr>
          <a:p>
            <a:pPr indent="0" algn="l" defTabSz="914400">
              <a:lnSpc>
                <a:spcPct val="90000"/>
              </a:lnSpc>
              <a:buNone/>
            </a:pPr>
            <a:r>
              <a:rPr lang="en-US" sz="4400" b="0" u="none" strike="noStrike">
                <a:solidFill>
                  <a:schemeClr val="dk1"/>
                </a:solidFill>
                <a:effectLst/>
                <a:uFillTx/>
                <a:latin typeface="Aptos Display"/>
              </a:rPr>
              <a:t>Answers to Research Questions &amp; Next Steps</a:t>
            </a:r>
            <a:endParaRPr lang="en-US" sz="4400" b="0" u="none" strike="noStrike">
              <a:solidFill>
                <a:schemeClr val="dk1"/>
              </a:solidFill>
              <a:effectLst/>
              <a:uFillTx/>
              <a:latin typeface="Aptos Display"/>
            </a:endParaRPr>
          </a:p>
        </p:txBody>
      </p:sp>
      <p:sp>
        <p:nvSpPr>
          <p:cNvPr id="104" name="PlaceHolder 2"/>
          <p:cNvSpPr>
            <a:spLocks noGrp="1"/>
          </p:cNvSpPr>
          <p:nvPr>
            <p:ph/>
          </p:nvPr>
        </p:nvSpPr>
        <p:spPr>
          <a:xfrm>
            <a:off x="838080" y="1825560"/>
            <a:ext cx="10515240" cy="435096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t">
            <a:noAutofit/>
          </a:bodyPr>
          <a:p>
            <a:pPr marL="228600" indent="-228600" algn="l" defTabSz="914400">
              <a:lnSpc>
                <a:spcPct val="90000"/>
              </a:lnSpc>
              <a:spcBef>
                <a:spcPts val="1001"/>
              </a:spcBef>
              <a:buClr>
                <a:srgbClr val="000000"/>
              </a:buClr>
              <a:buFont typeface="Arial"/>
              <a:buChar char="•"/>
            </a:pPr>
            <a:r>
              <a:rPr sz="1500"/>
              <a:t>Features = linguistic (text) + audio-derived affect (valence/arousal/dominance) + speaking → a MULTIMODAL detector, not linguistic-only</a:t>
            </a:r>
            <a:endParaRPr lang="en-US" sz="1800" b="0" u="none" strike="noStrike">
              <a:solidFill>
                <a:schemeClr val="dk1"/>
              </a:solidFill>
              <a:effectLst/>
              <a:uFillTx/>
              <a:latin typeface="Aptos"/>
            </a:endParaRPr>
          </a:p>
          <a:p>
            <a:r>
              <a:rPr sz="1500"/>
              <a:t>With harmonized 2-annotator labels + nested CV: multimodal group TE ≈ 0.68 All / 0.70 Triads / 0.65 Dyads — statistically TIED with the prior gaze×speaking QDA (all n.s.); our detector edges triads, gaze edges dyads</a:t>
            </a:r>
          </a:p>
          <a:p>
            <a:r>
              <a:rPr sz="1500"/>
              <a:t>Double dissociation holds: group TE ← audio affect (valence/dominance); individual engagement ← (para)linguistic (speaking + text)</a:t>
            </a:r>
          </a:p>
          <a:p>
            <a:r>
              <a:rPr sz="1500"/>
              <a:t>Prior baseline shown on slides 2–3 is depressed by a 60 Hz label time-stretch bug (e.g. QDA All 0.60 published → 0.67 corrected on harmonized labels)</a:t>
            </a:r>
          </a:p>
          <a:p>
            <a:r>
              <a:rPr sz="1500"/>
              <a:t>Embeddings (openSMILE/emoW2V/sentiment, PCA) on top of base: no gain</a:t>
            </a:r>
          </a:p>
          <a:p>
            <a:r>
              <a:rPr sz="1500"/>
              <a:t>Open: nothing survives Bonferroni vs chance (n=8–20 underpowered); labels now balanced ~49% high (was 74% skew)</a:t>
            </a:r>
          </a:p>
          <a:p>
            <a:r>
              <a:rPr sz="1500"/>
              <a:t>1-year: real-time multimodal per-window TE detector feeding adaptive VR feedback</a:t>
            </a: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2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Significance Depends on the Test (sig → ns → sig)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/>
          </p:nvPr>
        </p:nvSpPr>
        <p:spPr/>
        <p:txBody>
          <a:bodyPr/>
          <a:lstStyle/>
          <a:p/>
        </p:txBody>
      </p:sp>
      <p:graphicFrame>
        <p:nvGraphicFramePr>
          <p:cNvPr id="4" name="Table 3"/>
          <p:cNvGraphicFramePr>
            <a:graphicFrameLocks noGrp="1"/>
          </p:cNvGraphicFramePr>
          <p:nvPr/>
        </p:nvGraphicFramePr>
        <p:xfrm>
          <a:off x="365760" y="1280160"/>
          <a:ext cx="11887200" cy="2304288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377440"/>
                <a:gridCol w="2194560"/>
                <a:gridCol w="1280160"/>
                <a:gridCol w="2103120"/>
                <a:gridCol w="2103120"/>
                <a:gridCol w="1828800"/>
              </a:tblGrid>
              <a:tr h="329184">
                <a:tc>
                  <a:txBody>
                    <a:bodyPr/>
                    <a:lstStyle/>
                    <a:p>
                      <a:r>
                        <a:rPr sz="1100" b="1"/>
                        <a:t>Detector / split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100" b="1"/>
                        <a:t>best acc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100" b="1"/>
                        <a:t>majority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100" b="1"/>
                        <a:t>uniform-dummy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100" b="1"/>
                        <a:t>majority 1-samp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100" b="1"/>
                        <a:t>permutation</a:t>
                      </a:r>
                    </a:p>
                  </a:txBody>
                  <a:tcPr/>
                </a:tc>
              </a:tr>
              <a:tr h="329184">
                <a:tc>
                  <a:txBody>
                    <a:bodyPr/>
                    <a:lstStyle/>
                    <a:p>
                      <a:r>
                        <a:rPr sz="1100"/>
                        <a:t>audio All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100"/>
                        <a:t>SVM 0.68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100"/>
                        <a:t>0.51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100"/>
                        <a:t>0.017 ✓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100"/>
                        <a:t>0.002 ✓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100"/>
                        <a:t>0.007 ✓</a:t>
                      </a:r>
                    </a:p>
                  </a:txBody>
                  <a:tcPr/>
                </a:tc>
              </a:tr>
              <a:tr h="329184">
                <a:tc>
                  <a:txBody>
                    <a:bodyPr/>
                    <a:lstStyle/>
                    <a:p>
                      <a:r>
                        <a:rPr sz="1100"/>
                        <a:t>audio D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100"/>
                        <a:t>LogReg 0.72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100"/>
                        <a:t>0.59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100"/>
                        <a:t>0.019 ✓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100"/>
                        <a:t>0.058 ✗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100"/>
                        <a:t>0.017 ✓</a:t>
                      </a:r>
                    </a:p>
                  </a:txBody>
                  <a:tcPr/>
                </a:tc>
              </a:tr>
              <a:tr h="329184">
                <a:tc>
                  <a:txBody>
                    <a:bodyPr/>
                    <a:lstStyle/>
                    <a:p>
                      <a:r>
                        <a:rPr sz="1100"/>
                        <a:t>audio T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100"/>
                        <a:t>QDA 0.70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100"/>
                        <a:t>0.55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100"/>
                        <a:t>0.117 ✗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100"/>
                        <a:t>0.052 ✗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100"/>
                        <a:t>0.003 ✓</a:t>
                      </a:r>
                    </a:p>
                  </a:txBody>
                  <a:tcPr/>
                </a:tc>
              </a:tr>
              <a:tr h="329184">
                <a:tc>
                  <a:txBody>
                    <a:bodyPr/>
                    <a:lstStyle/>
                    <a:p>
                      <a:r>
                        <a:rPr sz="1100"/>
                        <a:t>gaze All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100"/>
                        <a:t>QDA 0.73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100"/>
                        <a:t>0.52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100"/>
                        <a:t>0.006 ✓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100"/>
                        <a:t>0.001 ✓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100"/>
                        <a:t>0.007 ✓</a:t>
                      </a:r>
                    </a:p>
                  </a:txBody>
                  <a:tcPr/>
                </a:tc>
              </a:tr>
              <a:tr h="329184">
                <a:tc>
                  <a:txBody>
                    <a:bodyPr/>
                    <a:lstStyle/>
                    <a:p>
                      <a:r>
                        <a:rPr sz="1100"/>
                        <a:t>gaze D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100"/>
                        <a:t>SVM 0.83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100"/>
                        <a:t>0.59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100"/>
                        <a:t>0.006 ✓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100"/>
                        <a:t>0.000 ✓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100"/>
                        <a:t>0.083 ✗</a:t>
                      </a:r>
                    </a:p>
                  </a:txBody>
                  <a:tcPr/>
                </a:tc>
              </a:tr>
              <a:tr h="329184">
                <a:tc>
                  <a:txBody>
                    <a:bodyPr/>
                    <a:lstStyle/>
                    <a:p>
                      <a:r>
                        <a:rPr sz="1100"/>
                        <a:t>gaze T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100"/>
                        <a:t>NB 0.69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100"/>
                        <a:t>0.54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100"/>
                        <a:t>0.144 ✗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100"/>
                        <a:t>0.090 ✗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100"/>
                        <a:t>0.003 ✓</a:t>
                      </a:r>
                    </a:p>
                  </a:txBody>
                  <a:tcPr/>
                </a:tc>
              </a:tr>
            </a:tbl>
          </a:graphicData>
        </a:graphic>
      </p:graphicFrame>
      <p:sp>
        <p:nvSpPr>
          <p:cNvPr id="5" name="TextBox 4"/>
          <p:cNvSpPr txBox="1"/>
          <p:nvPr/>
        </p:nvSpPr>
        <p:spPr>
          <a:xfrm>
            <a:off x="365760" y="3840480"/>
            <a:ext cx="11338560" cy="12801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200"/>
              <a:t>All group-level, nested model selection, RAW p (Bonferroni shifts the threshold but not the pattern).</a:t>
            </a:r>
          </a:p>
          <a:p>
            <a:r>
              <a:rPr sz="1200"/>
              <a:t>Uniform-dummy = stochastic/gameable floor (prior + our first pass). Majority = deterministic always-predict-majority. Permutation = shuffle-label null (seed-proof).</a:t>
            </a:r>
          </a:p>
          <a:p>
            <a:r>
              <a:rPr sz="1200"/>
              <a:t>Verdict flips by method: audio-Triads &amp; gaze-Triads are significant ONLY under permutation; gaze-Dyads LOSES significance under permutation (6-feature null fits shuffled labels). Decision needed: which test do we standardize on?</a:t>
            </a:r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Representation: Group-level vs Long-format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/>
          </p:nvPr>
        </p:nvSpPr>
        <p:spPr/>
        <p:txBody>
          <a:bodyPr/>
          <a:lstStyle/>
          <a:p/>
        </p:txBody>
      </p:sp>
      <p:graphicFrame>
        <p:nvGraphicFramePr>
          <p:cNvPr id="4" name="Table 3"/>
          <p:cNvGraphicFramePr>
            <a:graphicFrameLocks noGrp="1"/>
          </p:cNvGraphicFramePr>
          <p:nvPr/>
        </p:nvGraphicFramePr>
        <p:xfrm>
          <a:off x="365760" y="1463040"/>
          <a:ext cx="9601200" cy="1316736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743200"/>
                <a:gridCol w="2743200"/>
                <a:gridCol w="2743200"/>
                <a:gridCol w="1371600"/>
              </a:tblGrid>
              <a:tr h="329184">
                <a:tc>
                  <a:txBody>
                    <a:bodyPr/>
                    <a:lstStyle/>
                    <a:p>
                      <a:r>
                        <a:rPr sz="1100" b="1"/>
                        <a:t>Audio (best model)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100" b="1"/>
                        <a:t>group-level (197)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100" b="1"/>
                        <a:t>long-format (506)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100" b="1"/>
                        <a:t>Δ</a:t>
                      </a:r>
                    </a:p>
                  </a:txBody>
                  <a:tcPr/>
                </a:tc>
              </a:tr>
              <a:tr h="329184">
                <a:tc>
                  <a:txBody>
                    <a:bodyPr/>
                    <a:lstStyle/>
                    <a:p>
                      <a:r>
                        <a:rPr sz="1100"/>
                        <a:t>All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100"/>
                        <a:t>0.68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100"/>
                        <a:t>0.68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100"/>
                        <a:t>+0.01</a:t>
                      </a:r>
                    </a:p>
                  </a:txBody>
                  <a:tcPr/>
                </a:tc>
              </a:tr>
              <a:tr h="329184">
                <a:tc>
                  <a:txBody>
                    <a:bodyPr/>
                    <a:lstStyle/>
                    <a:p>
                      <a:r>
                        <a:rPr sz="1100"/>
                        <a:t>Dyads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100"/>
                        <a:t>0.72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100"/>
                        <a:t>0.71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100"/>
                        <a:t>-0.01</a:t>
                      </a:r>
                    </a:p>
                  </a:txBody>
                  <a:tcPr/>
                </a:tc>
              </a:tr>
              <a:tr h="329184">
                <a:tc>
                  <a:txBody>
                    <a:bodyPr/>
                    <a:lstStyle/>
                    <a:p>
                      <a:r>
                        <a:rPr sz="1100"/>
                        <a:t>Triads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100"/>
                        <a:t>0.70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100"/>
                        <a:t>0.70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100"/>
                        <a:t>0.00</a:t>
                      </a:r>
                    </a:p>
                  </a:txBody>
                  <a:tcPr/>
                </a:tc>
              </a:tr>
            </a:tbl>
          </a:graphicData>
        </a:graphic>
      </p:graphicFrame>
      <p:sp>
        <p:nvSpPr>
          <p:cNvPr id="5" name="TextBox 4"/>
          <p:cNvSpPr txBox="1"/>
          <p:nvPr/>
        </p:nvSpPr>
        <p:spPr>
          <a:xfrm>
            <a:off x="365760" y="3291840"/>
            <a:ext cx="11338560" cy="12801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200"/>
              <a:t>Long-format repeats each group-window once per participant (dyad ×2, triad ×3) → pseudo-replication on a group-level label.</a:t>
            </a:r>
          </a:p>
          <a:p>
            <a:r>
              <a:rPr sz="1200"/>
              <a:t>But best-model accuracy is ~identical (Δ ≤ 0.01) → dedup does NOT inflate numbers. Group-level is the honest unit and avoids the reviewer objection.</a:t>
            </a:r>
          </a:p>
          <a:p>
            <a:r>
              <a:rPr sz="1200"/>
              <a:t>Note: the prior gaze detector was ALWAYS group-level (185 windows). Moving ours to group-level makes the comparison apples-to-apples.</a:t>
            </a:r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Open Methodology Decisions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/>
          </p:nvPr>
        </p:nvSpPr>
        <p:spPr/>
        <p:txBody>
          <a:bodyPr/>
          <a:lstStyle/>
          <a:p/>
        </p:txBody>
      </p:sp>
      <p:sp>
        <p:nvSpPr>
          <p:cNvPr id="4" name="TextBox 3"/>
          <p:cNvSpPr txBox="1"/>
          <p:nvPr/>
        </p:nvSpPr>
        <p:spPr>
          <a:xfrm>
            <a:off x="365760" y="1280160"/>
            <a:ext cx="11338560" cy="457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200"/>
              <a:t>1. Significance test: uniform-dummy (gameable) vs majority one-sample vs permutation (recommend permutation — seed-proof, handles class balance).</a:t>
            </a:r>
          </a:p>
          <a:p>
            <a:r>
              <a:rPr sz="1200"/>
              <a:t>2. Unit of analysis: group-level (honest, recommend) vs long-format (pseudo-replication). Accuracy ~unchanged either way.</a:t>
            </a:r>
          </a:p>
          <a:p>
            <a:r>
              <a:rPr sz="1200"/>
              <a:t>3. Chance baseline: uniform 0.5 vs deterministic majority (All 0.51 / Dyads 0.59 / Triads 0.55). Recommend majority.</a:t>
            </a:r>
          </a:p>
          <a:p>
            <a:r>
              <a:rPr sz="1200"/>
              <a:t>4. Model selection: nested best-per-cell — the dyad verdict flips on which model is used (single fixed model is misleading).</a:t>
            </a:r>
          </a:p>
          <a:p>
            <a:r>
              <a:rPr sz="1200"/>
              <a:t>5. Headline modality: audio-only (best for group TE, gaze-free) vs multimodal. Recommend lead with audio-only.</a:t>
            </a:r>
          </a:p>
          <a:p>
            <a:r>
              <a:rPr sz="1200"/>
              <a:t>6. Dyads n=8 is underpowered — report with caveat regardless of method.</a:t>
            </a:r>
          </a:p>
          <a:p>
            <a:r>
              <a:rPr sz="1200"/>
              <a:t>7. Scaled vs unscaled features (slide 'Prior Baseline — Corrected'): scaled = our pipeline; affects prior 0.67→0.73.</a:t>
            </a:r>
          </a:p>
          <a:p>
            <a:r>
              <a:rPr sz="1200"/>
              <a:t>8. TODO: recompute the head-to-head (ours vs prior) at group-level + permutation for a final fair comparison.</a:t>
            </a:r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Our Detector vs 3 Priors + Fusion (group-level, clean labels)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/>
          </p:nvPr>
        </p:nvSpPr>
        <p:spPr/>
        <p:txBody>
          <a:bodyPr/>
          <a:lstStyle/>
          <a:p/>
        </p:txBody>
      </p:sp>
      <p:graphicFrame>
        <p:nvGraphicFramePr>
          <p:cNvPr id="4" name="Table 3"/>
          <p:cNvGraphicFramePr>
            <a:graphicFrameLocks noGrp="1"/>
          </p:cNvGraphicFramePr>
          <p:nvPr/>
        </p:nvGraphicFramePr>
        <p:xfrm>
          <a:off x="274320" y="1005840"/>
          <a:ext cx="10515600" cy="521208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188720"/>
                <a:gridCol w="3108960"/>
                <a:gridCol w="1005840"/>
                <a:gridCol w="1005840"/>
                <a:gridCol w="1828800"/>
                <a:gridCol w="2377440"/>
              </a:tblGrid>
              <a:tr h="274320">
                <a:tc>
                  <a:txBody>
                    <a:bodyPr/>
                    <a:lstStyle/>
                    <a:p>
                      <a:r>
                        <a:rPr sz="1000" b="1"/>
                        <a:t>Split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000" b="1"/>
                        <a:t>Detector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000" b="1"/>
                        <a:t>acc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000" b="1"/>
                        <a:t>maj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000" b="1"/>
                        <a:t>perm p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000" b="1"/>
                        <a:t>t-test p (vs maj)</a:t>
                      </a:r>
                    </a:p>
                  </a:txBody>
                  <a:tcPr/>
                </a:tc>
              </a:tr>
              <a:tr h="274320">
                <a:tc>
                  <a:txBody>
                    <a:bodyPr/>
                    <a:lstStyle/>
                    <a:p>
                      <a:r>
                        <a:rPr sz="900"/>
                        <a:t>All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900"/>
                        <a:t>dummy(majority)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900"/>
                        <a:t>—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900"/>
                        <a:t>0.52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900"/>
                        <a:t>—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900"/>
                        <a:t>—</a:t>
                      </a:r>
                    </a:p>
                  </a:txBody>
                  <a:tcPr/>
                </a:tc>
              </a:tr>
              <a:tr h="274320">
                <a:tc>
                  <a:txBody>
                    <a:bodyPr/>
                    <a:lstStyle/>
                    <a:p>
                      <a:r>
                        <a:rPr sz="900"/>
                        <a:t>All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900"/>
                        <a:t>AIxVR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900"/>
                        <a:t>0.62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900"/>
                        <a:t>0.52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900"/>
                        <a:t>0.030✓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900"/>
                        <a:t>0.069✗</a:t>
                      </a:r>
                    </a:p>
                  </a:txBody>
                  <a:tcPr/>
                </a:tc>
              </a:tr>
              <a:tr h="274320">
                <a:tc>
                  <a:txBody>
                    <a:bodyPr/>
                    <a:lstStyle/>
                    <a:p>
                      <a:r>
                        <a:rPr sz="900"/>
                        <a:t>All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900"/>
                        <a:t>GazexSpeaking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900"/>
                        <a:t>0.73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900"/>
                        <a:t>0.52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900"/>
                        <a:t>0.007✓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900"/>
                        <a:t>0.001✓</a:t>
                      </a:r>
                    </a:p>
                  </a:txBody>
                  <a:tcPr/>
                </a:tc>
              </a:tr>
              <a:tr h="274320">
                <a:tc>
                  <a:txBody>
                    <a:bodyPr/>
                    <a:lstStyle/>
                    <a:p>
                      <a:r>
                        <a:rPr sz="900"/>
                        <a:t>All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900"/>
                        <a:t>audio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900"/>
                        <a:t>0.66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900"/>
                        <a:t>0.52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900"/>
                        <a:t>0.003✓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900"/>
                        <a:t>0.019✓</a:t>
                      </a:r>
                    </a:p>
                  </a:txBody>
                  <a:tcPr/>
                </a:tc>
              </a:tr>
              <a:tr h="274320">
                <a:tc>
                  <a:txBody>
                    <a:bodyPr/>
                    <a:lstStyle/>
                    <a:p>
                      <a:r>
                        <a:rPr sz="900"/>
                        <a:t>All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900"/>
                        <a:t>audio+AIxVR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900"/>
                        <a:t>0.67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900"/>
                        <a:t>0.52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900"/>
                        <a:t>0.003✓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900"/>
                        <a:t>0.011✓</a:t>
                      </a:r>
                    </a:p>
                  </a:txBody>
                  <a:tcPr/>
                </a:tc>
              </a:tr>
              <a:tr h="274320">
                <a:tc>
                  <a:txBody>
                    <a:bodyPr/>
                    <a:lstStyle/>
                    <a:p>
                      <a:r>
                        <a:rPr sz="900"/>
                        <a:t>All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900"/>
                        <a:t>audio+GazexSpeaking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900"/>
                        <a:t>0.75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900"/>
                        <a:t>0.52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900"/>
                        <a:t>0.003✓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900"/>
                        <a:t>0.001✓</a:t>
                      </a:r>
                    </a:p>
                  </a:txBody>
                  <a:tcPr/>
                </a:tc>
              </a:tr>
              <a:tr h="274320">
                <a:tc>
                  <a:txBody>
                    <a:bodyPr/>
                    <a:lstStyle/>
                    <a:p>
                      <a:r>
                        <a:rPr sz="900"/>
                        <a:t>D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900"/>
                        <a:t>dummy(majority)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900"/>
                        <a:t>—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900"/>
                        <a:t>0.59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900"/>
                        <a:t>—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900"/>
                        <a:t>—</a:t>
                      </a:r>
                    </a:p>
                  </a:txBody>
                  <a:tcPr/>
                </a:tc>
              </a:tr>
              <a:tr h="274320">
                <a:tc>
                  <a:txBody>
                    <a:bodyPr/>
                    <a:lstStyle/>
                    <a:p>
                      <a:r>
                        <a:rPr sz="900"/>
                        <a:t>D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900"/>
                        <a:t>AIxVR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900"/>
                        <a:t>0.67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900"/>
                        <a:t>0.59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900"/>
                        <a:t>0.362✗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900"/>
                        <a:t>0.303✗</a:t>
                      </a:r>
                    </a:p>
                  </a:txBody>
                  <a:tcPr/>
                </a:tc>
              </a:tr>
              <a:tr h="274320">
                <a:tc>
                  <a:txBody>
                    <a:bodyPr/>
                    <a:lstStyle/>
                    <a:p>
                      <a:r>
                        <a:rPr sz="900"/>
                        <a:t>D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900"/>
                        <a:t>GazexSpeaking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900"/>
                        <a:t>0.83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900"/>
                        <a:t>0.59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900"/>
                        <a:t>0.083✗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900"/>
                        <a:t>0.000✓</a:t>
                      </a:r>
                    </a:p>
                  </a:txBody>
                  <a:tcPr/>
                </a:tc>
              </a:tr>
              <a:tr h="274320">
                <a:tc>
                  <a:txBody>
                    <a:bodyPr/>
                    <a:lstStyle/>
                    <a:p>
                      <a:r>
                        <a:rPr sz="900"/>
                        <a:t>D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900"/>
                        <a:t>audio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900"/>
                        <a:t>0.60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900"/>
                        <a:t>0.59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900"/>
                        <a:t>0.206✗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900"/>
                        <a:t>0.929✗</a:t>
                      </a:r>
                    </a:p>
                  </a:txBody>
                  <a:tcPr/>
                </a:tc>
              </a:tr>
              <a:tr h="274320">
                <a:tc>
                  <a:txBody>
                    <a:bodyPr/>
                    <a:lstStyle/>
                    <a:p>
                      <a:r>
                        <a:rPr sz="900"/>
                        <a:t>D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900"/>
                        <a:t>audio+AIxVR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900"/>
                        <a:t>0.62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900"/>
                        <a:t>0.59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900"/>
                        <a:t>0.010✓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900"/>
                        <a:t>0.665✗</a:t>
                      </a:r>
                    </a:p>
                  </a:txBody>
                  <a:tcPr/>
                </a:tc>
              </a:tr>
              <a:tr h="274320">
                <a:tc>
                  <a:txBody>
                    <a:bodyPr/>
                    <a:lstStyle/>
                    <a:p>
                      <a:r>
                        <a:rPr sz="900"/>
                        <a:t>D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900"/>
                        <a:t>audio+GazexSpeaking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900"/>
                        <a:t>0.81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900"/>
                        <a:t>0.59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900"/>
                        <a:t>0.023✓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900"/>
                        <a:t>0.004✓</a:t>
                      </a:r>
                    </a:p>
                  </a:txBody>
                  <a:tcPr/>
                </a:tc>
              </a:tr>
              <a:tr h="274320">
                <a:tc>
                  <a:txBody>
                    <a:bodyPr/>
                    <a:lstStyle/>
                    <a:p>
                      <a:r>
                        <a:rPr sz="900"/>
                        <a:t>T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900"/>
                        <a:t>dummy(majority)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900"/>
                        <a:t>—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900"/>
                        <a:t>0.54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900"/>
                        <a:t>—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900"/>
                        <a:t>—</a:t>
                      </a:r>
                    </a:p>
                  </a:txBody>
                  <a:tcPr/>
                </a:tc>
              </a:tr>
              <a:tr h="274320">
                <a:tc>
                  <a:txBody>
                    <a:bodyPr/>
                    <a:lstStyle/>
                    <a:p>
                      <a:r>
                        <a:rPr sz="900"/>
                        <a:t>T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900"/>
                        <a:t>AIxVR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900"/>
                        <a:t>0.58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900"/>
                        <a:t>0.54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900"/>
                        <a:t>0.003✓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900"/>
                        <a:t>0.561✗</a:t>
                      </a:r>
                    </a:p>
                  </a:txBody>
                  <a:tcPr/>
                </a:tc>
              </a:tr>
              <a:tr h="274320">
                <a:tc>
                  <a:txBody>
                    <a:bodyPr/>
                    <a:lstStyle/>
                    <a:p>
                      <a:r>
                        <a:rPr sz="900"/>
                        <a:t>T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900"/>
                        <a:t>GazexSpeaking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900"/>
                        <a:t>0.69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900"/>
                        <a:t>0.54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900"/>
                        <a:t>0.003✓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900"/>
                        <a:t>0.090✗</a:t>
                      </a:r>
                    </a:p>
                  </a:txBody>
                  <a:tcPr/>
                </a:tc>
              </a:tr>
              <a:tr h="274320">
                <a:tc>
                  <a:txBody>
                    <a:bodyPr/>
                    <a:lstStyle/>
                    <a:p>
                      <a:r>
                        <a:rPr sz="900"/>
                        <a:t>T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900"/>
                        <a:t>audio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900"/>
                        <a:t>0.71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900"/>
                        <a:t>0.54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900"/>
                        <a:t>0.003✓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900"/>
                        <a:t>0.048✓</a:t>
                      </a:r>
                    </a:p>
                  </a:txBody>
                  <a:tcPr/>
                </a:tc>
              </a:tr>
              <a:tr h="274320">
                <a:tc>
                  <a:txBody>
                    <a:bodyPr/>
                    <a:lstStyle/>
                    <a:p>
                      <a:r>
                        <a:rPr sz="900"/>
                        <a:t>T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900"/>
                        <a:t>audio+AIxVR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900"/>
                        <a:t>0.71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900"/>
                        <a:t>0.54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900"/>
                        <a:t>0.003✓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900"/>
                        <a:t>0.046✓</a:t>
                      </a:r>
                    </a:p>
                  </a:txBody>
                  <a:tcPr/>
                </a:tc>
              </a:tr>
              <a:tr h="274320">
                <a:tc>
                  <a:txBody>
                    <a:bodyPr/>
                    <a:lstStyle/>
                    <a:p>
                      <a:r>
                        <a:rPr sz="900"/>
                        <a:t>T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900"/>
                        <a:t>audio+GazexSpeaking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900"/>
                        <a:t>0.67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900"/>
                        <a:t>0.54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900"/>
                        <a:t>0.003✓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900"/>
                        <a:t>0.141✗</a:t>
                      </a:r>
                    </a:p>
                  </a:txBody>
                  <a:tcPr/>
                </a:tc>
              </a:tr>
            </a:tbl>
          </a:graphicData>
        </a:graphic>
      </p:graphicFrame>
      <p:sp>
        <p:nvSpPr>
          <p:cNvPr id="5" name="TextBox 4"/>
          <p:cNvSpPr txBox="1"/>
          <p:nvPr/>
        </p:nvSpPr>
        <p:spPr>
          <a:xfrm>
            <a:off x="274320" y="5943600"/>
            <a:ext cx="1152144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000" i="1"/>
              <a:t>3 priors: dummy(majority) / AIxVR (gaze, per-split feats) / GazexSpeaking (gaze×speaking). audio = our gaze-free v/a/d. Two tests shown (method UNDECIDED): permutation null = model on shuffled labels (lenient); t-test null = majority floor (stricter) → they disagree (esp. Triads &amp; Dyads). Highlights: fusion audio+GazexSpeaking best on All (0.75) &amp; Dyads (0.81); audio alone wins Triads (0.71, gaze-free). Dyads n=8 — unstable, caveat.</a:t>
            </a:r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Raw Acoustics (openSMILE) vs Affect (v/a/d)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/>
          </p:nvPr>
        </p:nvSpPr>
        <p:spPr/>
        <p:txBody>
          <a:bodyPr/>
          <a:lstStyle/>
          <a:p/>
        </p:txBody>
      </p:sp>
      <p:graphicFrame>
        <p:nvGraphicFramePr>
          <p:cNvPr id="4" name="Table 3"/>
          <p:cNvGraphicFramePr>
            <a:graphicFrameLocks noGrp="1"/>
          </p:cNvGraphicFramePr>
          <p:nvPr/>
        </p:nvGraphicFramePr>
        <p:xfrm>
          <a:off x="457200" y="1280160"/>
          <a:ext cx="10424160" cy="256032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194560"/>
                <a:gridCol w="1097280"/>
                <a:gridCol w="2011680"/>
                <a:gridCol w="2377440"/>
                <a:gridCol w="2743200"/>
              </a:tblGrid>
              <a:tr h="365760">
                <a:tc>
                  <a:txBody>
                    <a:bodyPr/>
                    <a:lstStyle/>
                    <a:p>
                      <a:r>
                        <a:rPr sz="1200" b="1"/>
                        <a:t>Target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200" b="1"/>
                        <a:t>Split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200" b="1"/>
                        <a:t>v/a/d (3)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200" b="1"/>
                        <a:t>openSMILE (88)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200" b="1"/>
                        <a:t>v/a/d + openSMILE</a:t>
                      </a:r>
                    </a:p>
                  </a:txBody>
                  <a:tcPr/>
                </a:tc>
              </a:tr>
              <a:tr h="365760">
                <a:tc>
                  <a:txBody>
                    <a:bodyPr/>
                    <a:lstStyle/>
                    <a:p>
                      <a:r>
                        <a:rPr sz="1100"/>
                        <a:t>Group TE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100"/>
                        <a:t>all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100"/>
                        <a:t>0.69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100"/>
                        <a:t>0.57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100"/>
                        <a:t>0.61</a:t>
                      </a:r>
                    </a:p>
                  </a:txBody>
                  <a:tcPr/>
                </a:tc>
              </a:tr>
              <a:tr h="365760">
                <a:tc>
                  <a:txBody>
                    <a:bodyPr/>
                    <a:lstStyle/>
                    <a:p>
                      <a:r>
                        <a:rPr sz="1100"/>
                        <a:t>Group TE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100"/>
                        <a:t>D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100"/>
                        <a:t>0.70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100"/>
                        <a:t>0.59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100"/>
                        <a:t>0.59</a:t>
                      </a:r>
                    </a:p>
                  </a:txBody>
                  <a:tcPr/>
                </a:tc>
              </a:tr>
              <a:tr h="365760">
                <a:tc>
                  <a:txBody>
                    <a:bodyPr/>
                    <a:lstStyle/>
                    <a:p>
                      <a:r>
                        <a:rPr sz="1100"/>
                        <a:t>Group TE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100"/>
                        <a:t>T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100"/>
                        <a:t>0.72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100"/>
                        <a:t>0.62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100"/>
                        <a:t>0.67</a:t>
                      </a:r>
                    </a:p>
                  </a:txBody>
                  <a:tcPr/>
                </a:tc>
              </a:tr>
              <a:tr h="365760">
                <a:tc>
                  <a:txBody>
                    <a:bodyPr/>
                    <a:lstStyle/>
                    <a:p>
                      <a:r>
                        <a:rPr sz="1100"/>
                        <a:t>Individual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100"/>
                        <a:t>all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100"/>
                        <a:t>0.61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100"/>
                        <a:t>0.57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100"/>
                        <a:t>0.64</a:t>
                      </a:r>
                    </a:p>
                  </a:txBody>
                  <a:tcPr/>
                </a:tc>
              </a:tr>
              <a:tr h="365760">
                <a:tc>
                  <a:txBody>
                    <a:bodyPr/>
                    <a:lstStyle/>
                    <a:p>
                      <a:r>
                        <a:rPr sz="1100"/>
                        <a:t>Individual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100"/>
                        <a:t>D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100"/>
                        <a:t>0.63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100"/>
                        <a:t>0.53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100"/>
                        <a:t>0.54</a:t>
                      </a:r>
                    </a:p>
                  </a:txBody>
                  <a:tcPr/>
                </a:tc>
              </a:tr>
              <a:tr h="365760">
                <a:tc>
                  <a:txBody>
                    <a:bodyPr/>
                    <a:lstStyle/>
                    <a:p>
                      <a:r>
                        <a:rPr sz="1100"/>
                        <a:t>Individual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100"/>
                        <a:t>T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100"/>
                        <a:t>0.64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100"/>
                        <a:t>0.56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100"/>
                        <a:t>0.62</a:t>
                      </a:r>
                    </a:p>
                  </a:txBody>
                  <a:tcPr/>
                </a:tc>
              </a:tr>
            </a:tbl>
          </a:graphicData>
        </a:graphic>
      </p:graphicFrame>
      <p:sp>
        <p:nvSpPr>
          <p:cNvPr id="5" name="TextBox 4"/>
          <p:cNvSpPr txBox="1"/>
          <p:nvPr/>
        </p:nvSpPr>
        <p:spPr>
          <a:xfrm>
            <a:off x="457200" y="4206240"/>
            <a:ext cx="10972800" cy="21031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200"/>
              <a:t>Addresses the objection that v/a/d is affect ESTIMATED from audio, not a raw acoustic feature.</a:t>
            </a:r>
          </a:p>
          <a:p>
            <a:r>
              <a:rPr sz="1200"/>
              <a:t>openSMILE = 88 interpretable eGeMAPS functionals (F0, loudness, jitter, shimmer, MFCC, spectral flux ...) — raw acoustics, not embeddings.</a:t>
            </a:r>
          </a:p>
          <a:p>
            <a:r>
              <a:rPr sz="1200"/>
              <a:t>Result: raw acoustics do NOT beat the affect estimate for group TE (v/a/d 0.69–0.72 &gt; openSMILE 0.57–0.62 across all splits); combining them does not help.</a:t>
            </a:r>
          </a:p>
          <a:p>
            <a:r>
              <a:rPr sz="1200"/>
              <a:t>Only individual-All sees a small gain from adding openSMILE (0.64 vs 0.61). 88 features on ~20 sessions also risks overfitting.</a:t>
            </a:r>
          </a:p>
          <a:p>
            <a:r>
              <a:rPr sz="1200"/>
              <a:t>Takeaway: the compact 3-dim affect (v/a/d) is the stronger, more parsimonious audio representation — even raw acoustics don't outperform it.</a:t>
            </a:r>
          </a:p>
        </p:txBody>
      </p:sp>
    </p:spTree>
  </p:cSld>
  <p:clrMapOvr>
    <a:masterClrMapping/>
  </p:clrMapOvr>
</p:sld>
</file>

<file path=ppt/slides/slide2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Operationalizing the TE Rubric with a Local LLM (zero-shot + features)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/>
          </p:nvPr>
        </p:nvSpPr>
        <p:spPr/>
        <p:txBody>
          <a:bodyPr/>
          <a:lstStyle/>
          <a:p/>
        </p:txBody>
      </p:sp>
      <p:graphicFrame>
        <p:nvGraphicFramePr>
          <p:cNvPr id="4" name="Table 3"/>
          <p:cNvGraphicFramePr>
            <a:graphicFrameLocks noGrp="1"/>
          </p:cNvGraphicFramePr>
          <p:nvPr/>
        </p:nvGraphicFramePr>
        <p:xfrm>
          <a:off x="365760" y="1280160"/>
          <a:ext cx="9784080" cy="164592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914400"/>
                <a:gridCol w="914400"/>
                <a:gridCol w="1828800"/>
                <a:gridCol w="1737360"/>
                <a:gridCol w="1097280"/>
                <a:gridCol w="1188720"/>
                <a:gridCol w="914400"/>
                <a:gridCol w="1188720"/>
              </a:tblGrid>
              <a:tr h="411480">
                <a:tc>
                  <a:txBody>
                    <a:bodyPr/>
                    <a:lstStyle/>
                    <a:p>
                      <a:r>
                        <a:rPr sz="1100" b="1"/>
                        <a:t>Split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100" b="1"/>
                        <a:t>Majority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100" b="1"/>
                        <a:t>LLM zero-shot (think/nothink)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100" b="1"/>
                        <a:t>LLM markers (think/nothink)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100" b="1"/>
                        <a:t>BERT (text)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100" b="1"/>
                        <a:t>Prior gaze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100" b="1"/>
                        <a:t>Audio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100" b="1"/>
                        <a:t>Audio+Gaze</a:t>
                      </a:r>
                    </a:p>
                  </a:txBody>
                  <a:tcPr/>
                </a:tc>
              </a:tr>
              <a:tr h="411480">
                <a:tc>
                  <a:txBody>
                    <a:bodyPr/>
                    <a:lstStyle/>
                    <a:p>
                      <a:r>
                        <a:rPr sz="1100"/>
                        <a:t>All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100"/>
                        <a:t>0.52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100"/>
                        <a:t>0.74 / 0.75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100"/>
                        <a:t>0.81 / 0.76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100"/>
                        <a:t>0.76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100"/>
                        <a:t>0.73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100"/>
                        <a:t>0.66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100"/>
                        <a:t>0.75</a:t>
                      </a:r>
                    </a:p>
                  </a:txBody>
                  <a:tcPr/>
                </a:tc>
              </a:tr>
              <a:tr h="411480">
                <a:tc>
                  <a:txBody>
                    <a:bodyPr/>
                    <a:lstStyle/>
                    <a:p>
                      <a:r>
                        <a:rPr sz="1100"/>
                        <a:t>Dyads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100"/>
                        <a:t>0.59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100"/>
                        <a:t>0.71 / 0.76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100"/>
                        <a:t>0.75 / 0.76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100"/>
                        <a:t>0.77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100"/>
                        <a:t>0.83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100"/>
                        <a:t>0.60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100"/>
                        <a:t>0.81</a:t>
                      </a:r>
                    </a:p>
                  </a:txBody>
                  <a:tcPr/>
                </a:tc>
              </a:tr>
              <a:tr h="411480">
                <a:tc>
                  <a:txBody>
                    <a:bodyPr/>
                    <a:lstStyle/>
                    <a:p>
                      <a:r>
                        <a:rPr sz="1100"/>
                        <a:t>Triads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100"/>
                        <a:t>0.54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100"/>
                        <a:t>0.76 / 0.74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100"/>
                        <a:t>0.84 / 0.82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100"/>
                        <a:t>0.74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100"/>
                        <a:t>0.69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100"/>
                        <a:t>0.71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100"/>
                        <a:t>0.67</a:t>
                      </a:r>
                    </a:p>
                  </a:txBody>
                  <a:tcPr/>
                </a:tc>
              </a:tr>
            </a:tbl>
          </a:graphicData>
        </a:graphic>
      </p:graphicFrame>
      <p:sp>
        <p:nvSpPr>
          <p:cNvPr id="5" name="TextBox 4"/>
          <p:cNvSpPr txBox="1"/>
          <p:nvPr/>
        </p:nvSpPr>
        <p:spPr>
          <a:xfrm>
            <a:off x="365760" y="3383280"/>
            <a:ext cx="11338560" cy="2926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100"/>
              <a:t>Idea: the authors' TE coding schema (Low/Med/High markers) IS a set of linguistic criteria — operationalize it directly with an LLM instead of generic embeddings. Local Qwen3.6-27B (GDPR: on-prem, German transcripts), 60 s group-windows, clean 2-annotator labels.</a:t>
            </a:r>
          </a:p>
          <a:p>
            <a:r>
              <a:rPr sz="1100"/>
              <a:t>(a) Zero-shot — rubric + transcript -&gt; TE level, NO training, NO gaze: ~0.74–0.76 All, significant every split (permutation p ≈ .0005). Matches the best multimodal fusion (0.75 All), beats audio alone (0.66). Think and non-think near-identical here.</a:t>
            </a:r>
          </a:p>
          <a:p>
            <a:r>
              <a:rPr sz="1100"/>
              <a:t>(b) Marker features — 4 rubric axes (task_relevance, content_depth, reasoning, connecting_ideas) -&gt; same nested LOSO panel: thinking mode All 0.81 / Triads 0.84 — the highest of ANY method/modality here, and above non-think (0.76 / 0.82).</a:t>
            </a:r>
          </a:p>
          <a:p>
            <a:r>
              <a:rPr sz="1100"/>
              <a:t>Generic German BERT (gbert, frozen embeddings, no rubric) ties it (0.74–0.77) — the signal lives in the text; the rubric makes it training-free AND interpretable (per-axis scores).</a:t>
            </a:r>
          </a:p>
          <a:p>
            <a:r>
              <a:rPr sz="1100"/>
              <a:t>All group-level, nested LOSO + permutation. Two LLM passes reported (think / non-think); thinking helps the marker features, not zero-shot. NB: Qwen3.6 thinking-EFFORT levels (low/med) are inert on ollama — only on/off differ.</a:t>
            </a:r>
          </a:p>
        </p:txBody>
      </p:sp>
    </p:spTree>
  </p:cSld>
  <p:clrMapOvr>
    <a:masterClrMapping/>
  </p:clrMapOvr>
</p:sld>
</file>

<file path=ppt/slides/slide2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Best Config: Gaze×Speaking × LLM Rubric (fusion)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/>
          </p:nvPr>
        </p:nvSpPr>
        <p:spPr/>
        <p:txBody>
          <a:bodyPr/>
          <a:lstStyle/>
          <a:p/>
        </p:txBody>
      </p:sp>
      <p:graphicFrame>
        <p:nvGraphicFramePr>
          <p:cNvPr id="4" name="Table 3"/>
          <p:cNvGraphicFramePr>
            <a:graphicFrameLocks noGrp="1"/>
          </p:cNvGraphicFramePr>
          <p:nvPr/>
        </p:nvGraphicFramePr>
        <p:xfrm>
          <a:off x="457200" y="1280160"/>
          <a:ext cx="9418320" cy="164592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280160"/>
                <a:gridCol w="1828800"/>
                <a:gridCol w="1097280"/>
                <a:gridCol w="1554480"/>
                <a:gridCol w="1645920"/>
                <a:gridCol w="2011680"/>
              </a:tblGrid>
              <a:tr h="411480">
                <a:tc>
                  <a:txBody>
                    <a:bodyPr/>
                    <a:lstStyle/>
                    <a:p>
                      <a:r>
                        <a:rPr sz="1200" b="1"/>
                        <a:t>Split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200" b="1"/>
                        <a:t>Gaze (GxS-6)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200" b="1"/>
                        <a:t>LLM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200" b="1"/>
                        <a:t>Gaze+vad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200" b="1"/>
                        <a:t>Gaze+LLM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200" b="1"/>
                        <a:t>Gaze+vad+LLM</a:t>
                      </a:r>
                    </a:p>
                  </a:txBody>
                  <a:tcPr/>
                </a:tc>
              </a:tr>
              <a:tr h="411480">
                <a:tc>
                  <a:txBody>
                    <a:bodyPr/>
                    <a:lstStyle/>
                    <a:p>
                      <a:r>
                        <a:rPr sz="1200" b="0"/>
                        <a:t>All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200" b="0"/>
                        <a:t>0.73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200" b="0"/>
                        <a:t>0.81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200" b="0"/>
                        <a:t>0.75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200" b="1"/>
                        <a:t>0.86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200" b="0"/>
                        <a:t>0.84</a:t>
                      </a:r>
                    </a:p>
                  </a:txBody>
                  <a:tcPr/>
                </a:tc>
              </a:tr>
              <a:tr h="411480">
                <a:tc>
                  <a:txBody>
                    <a:bodyPr/>
                    <a:lstStyle/>
                    <a:p>
                      <a:r>
                        <a:rPr sz="1200" b="0"/>
                        <a:t>Dyads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200" b="0"/>
                        <a:t>0.83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200" b="0"/>
                        <a:t>0.75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200" b="0"/>
                        <a:t>0.81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200" b="1"/>
                        <a:t>0.87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200" b="0"/>
                        <a:t>0.83</a:t>
                      </a:r>
                    </a:p>
                  </a:txBody>
                  <a:tcPr/>
                </a:tc>
              </a:tr>
              <a:tr h="411480">
                <a:tc>
                  <a:txBody>
                    <a:bodyPr/>
                    <a:lstStyle/>
                    <a:p>
                      <a:r>
                        <a:rPr sz="1200" b="0"/>
                        <a:t>Triads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200" b="0"/>
                        <a:t>0.69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200" b="0"/>
                        <a:t>0.84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200" b="0"/>
                        <a:t>0.67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200" b="0"/>
                        <a:t>0.83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200" b="1"/>
                        <a:t>0.85</a:t>
                      </a:r>
                    </a:p>
                  </a:txBody>
                  <a:tcPr/>
                </a:tc>
              </a:tr>
            </a:tbl>
          </a:graphicData>
        </a:graphic>
      </p:graphicFrame>
      <p:sp>
        <p:nvSpPr>
          <p:cNvPr id="5" name="TextBox 4"/>
          <p:cNvSpPr txBox="1"/>
          <p:nvPr/>
        </p:nvSpPr>
        <p:spPr>
          <a:xfrm>
            <a:off x="457200" y="3200400"/>
            <a:ext cx="11247120" cy="3108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100"/>
              <a:t>Fuses the prior gaze detector (GazexSpeaking, 6 features, SAME set all splits) with the LLM rubric markers (4 axes, thinking pass) — consistent feature sets, no per-split cherry-picking.</a:t>
            </a:r>
          </a:p>
          <a:p>
            <a:r>
              <a:rPr sz="1100"/>
              <a:t>Gaze+LLM = BEST detector: All 0.86, Dyads 0.87 (both perm p≈.003) — beats every prior, every single modality, and the old gaze+vad fusion (0.75/0.81). On Dyads it also turns gaze-alone's ns result (p=.083) significant.</a:t>
            </a:r>
          </a:p>
          <a:p>
            <a:r>
              <a:rPr sz="1100"/>
              <a:t>Gaze and rubric-text are COMPLEMENTARY: gaze captures attention / turn-taking, the LLM captures content depth &amp; reasoning — fusing them is additive, not redundant.</a:t>
            </a:r>
          </a:p>
          <a:p>
            <a:r>
              <a:rPr sz="1100"/>
              <a:t>v/a/d affect adds nothing once the LLM is in (All/Dyads: gaze+LLM ≥ gaze+vad+LLM). Only Triads benefits from the full triple (0.85 vs 0.83) — where gaze is weakest, audio still helps.</a:t>
            </a:r>
          </a:p>
          <a:p>
            <a:r>
              <a:rPr sz="1100"/>
              <a:t>Group-level, nested LOSO + permutation, clean 2-annotator labels. LLM = local Qwen3.6-27B (thinking mode; outperforms non-think on the marker features).</a:t>
            </a:r>
          </a:p>
        </p:txBody>
      </p:sp>
    </p:spTree>
  </p:cSld>
  <p:clrMapOvr>
    <a:masterClrMapping/>
  </p:clrMapOvr>
</p:sld>
</file>

<file path=ppt/slides/slide2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What Was Done Since the 16 June Meeting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/>
          </p:nvPr>
        </p:nvSpPr>
        <p:spPr/>
        <p:txBody>
          <a:bodyPr/>
          <a:lstStyle/>
          <a:p/>
        </p:txBody>
      </p:sp>
      <p:sp>
        <p:nvSpPr>
          <p:cNvPr id="4" name="TextBox 3"/>
          <p:cNvSpPr txBox="1"/>
          <p:nvPr/>
        </p:nvSpPr>
        <p:spPr>
          <a:xfrm>
            <a:off x="457200" y="1280160"/>
            <a:ext cx="11247120" cy="4937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300" b="1"/>
              <a:t>NEW RESULT — LLM operationalizes the TE rubric (see results slides):</a:t>
            </a:r>
          </a:p>
          <a:p>
            <a:pPr lvl="1"/>
            <a:r>
              <a:rPr sz="1100"/>
              <a:t>• Took the study's own coding schema (Low/Med/High markers) and made it an LLM prompt — local Qwen3.6-27B, German transcripts, 60 s group-windows, clean labels. Zero-shot (NO training, NO gaze) ties the best multimodal fusion (~0.75 All).</a:t>
            </a:r>
          </a:p>
          <a:p>
            <a:pPr lvl="1"/>
            <a:r>
              <a:rPr sz="1100"/>
              <a:t>• Marker features (4 rubric axes): thinking mode All 0.81 / Triads 0.84 — highest single channel. German BERT baseline ties → the signal is in the text.</a:t>
            </a:r>
          </a:p>
          <a:p>
            <a:pPr lvl="1"/>
            <a:r>
              <a:rPr sz="1100"/>
              <a:t>• BEST CONFIG = Gaze×Speaking + LLM fusion: All 0.86 / Dyads 0.87 (perm p≈.003) — beats every prior, every modality, and the old gaze+vad fusion; makes Dyads gaze significant.</a:t>
            </a:r>
          </a:p>
          <a:p>
            <a:r>
              <a:rPr sz="1300" b="1"/>
              <a:t>Methodology &amp; comparison:</a:t>
            </a:r>
          </a:p>
          <a:p>
            <a:pPr lvl="1"/>
            <a:r>
              <a:rPr sz="1100"/>
              <a:t>• Methodology-review section: significance flip-flop (permutation vs majority t-test), group-level vs long-format, open decisions — significance method still PENDING team decision.</a:t>
            </a:r>
          </a:p>
          <a:p>
            <a:pPr lvl="1"/>
            <a:r>
              <a:rPr sz="1100"/>
              <a:t>• Our detector vs 3 consistent priors (dummy / AIxVR / GazexSpeaking) + audio fusion, both significance tests shown; slide 2 redone with the true majority baseline.</a:t>
            </a:r>
          </a:p>
          <a:p>
            <a:pPr lvl="1"/>
            <a:r>
              <a:rPr sz="1100"/>
              <a:t>• openSMILE raw acoustics (88 eGeMAPS) vs v/a/d affect → affect wins; raw acoustics don't beat the 3-dim estimate.</a:t>
            </a:r>
          </a:p>
          <a:p>
            <a:r>
              <a:rPr sz="1300" b="1"/>
              <a:t>Pipeline:</a:t>
            </a:r>
          </a:p>
          <a:p>
            <a:pPr lvl="1"/>
            <a:r>
              <a:rPr sz="1100"/>
              <a:t>• Group-TE decoupled to per-group rows (Q2); idea1 stale labels retired (now points to the clean fusion table).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 Theme">
      <a:majorFont>
        <a:latin typeface="Aptos Display" panose="020F0302020204030204" pitchFamily="0" charset="1"/>
        <a:ea typeface=""/>
        <a:cs typeface=""/>
      </a:majorFont>
      <a:minorFont>
        <a:latin typeface="Aptos" panose="020B0004020202020204" pitchFamily="0" charset="1"/>
        <a:ea typeface=""/>
        <a:cs typeface=""/>
      </a:minorFont>
    </a:fontScheme>
    <a:fmtScheme>
      <a:fillStyleLst>
        <a:solidFill>
          <a:schemeClr val="phClr"/>
        </a:solidFill>
        <a:gradFill>
          <a:gsLst>
            <a:gs pos="0">
              <a:schemeClr val="phClr">
                <a:lumMod val="110000"/>
                <a:tint val="67000"/>
              </a:schemeClr>
            </a:gs>
            <a:gs pos="50000">
              <a:schemeClr val="phClr">
                <a:lumMod val="105000"/>
                <a:tint val="73000"/>
              </a:schemeClr>
            </a:gs>
            <a:gs pos="100000">
              <a:schemeClr val="phClr">
                <a:lumMod val="105000"/>
                <a:tint val="81000"/>
              </a:schemeClr>
            </a:gs>
          </a:gsLst>
          <a:lin ang="5400000" scaled="0"/>
          <a:tileRect l="0" t="0" r="0" b="0"/>
        </a:gradFill>
        <a:gradFill>
          <a:gsLst>
            <a:gs pos="0">
              <a:schemeClr val="phClr">
                <a:lumMod val="102000"/>
                <a:tint val="94000"/>
              </a:schemeClr>
            </a:gs>
            <a:gs pos="50000">
              <a:schemeClr val="phClr">
                <a:lumMod val="100000"/>
                <a:shade val="100000"/>
              </a:schemeClr>
            </a:gs>
            <a:gs pos="100000">
              <a:schemeClr val="phClr">
                <a:lumMod val="99000"/>
                <a:shade val="78000"/>
              </a:schemeClr>
            </a:gs>
          </a:gsLst>
          <a:lin ang="5400000" scaled="0"/>
          <a:tileRect l="0" t="0" r="0" b="0"/>
        </a:gradFill>
      </a:fillStyleLst>
      <a:lnStyleLst>
        <a:ln w="12700" cap="flat" cmpd="sng" algn="ctr">
          <a:prstDash val="solid"/>
          <a:miter lim="800000"/>
        </a:ln>
        <a:ln w="19050" cap="flat" cmpd="sng" algn="ctr">
          <a:prstDash val="solid"/>
          <a:miter lim="800000"/>
        </a:ln>
        <a:ln w="25400" cap="flat" cmpd="sng" algn="ctr"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/>
        </a:effectStyle>
      </a:effectStyleLst>
      <a:bgFillStyleLst>
        <a:solidFill>
          <a:schemeClr val="phClr"/>
        </a:solidFill>
        <a:solidFill>
          <a:schemeClr val="phClr">
            <a:tint val="95000"/>
          </a:schemeClr>
        </a:solidFill>
        <a:gradFill>
          <a:gsLst>
            <a:gs pos="0">
              <a:schemeClr val="phClr">
                <a:tint val="93000"/>
                <a:shade val="98000"/>
                <a:lumMod val="102000"/>
              </a:schemeClr>
            </a:gs>
            <a:gs pos="50000">
              <a:schemeClr val="phClr">
                <a:tint val="98000"/>
                <a:shade val="90000"/>
                <a:lumMod val="103000"/>
              </a:schemeClr>
            </a:gs>
            <a:gs pos="100000">
              <a:schemeClr val="phClr">
                <a:shade val="63000"/>
              </a:schemeClr>
            </a:gs>
          </a:gsLst>
          <a:lin ang="5400000" scaled="0"/>
          <a:tileRect l="0" t="0" r="0" b="0"/>
        </a:gradFill>
      </a:bgFillStyleLst>
    </a:fmtScheme>
  </a:themeElements>
</a:theme>
</file>

<file path=docProps/app.xml><?xml version="1.0" encoding="utf-8"?>
<Properties xmlns="http://schemas.openxmlformats.org/officeDocument/2006/extended-properties" xmlns:vt="http://schemas.openxmlformats.org/officeDocument/2006/docPropsVTypes">
  <Template>office theme</Template>
  <TotalTime>7</TotalTime>
  <Application>LibreOffice/26.2.3.2$Linux_X86_64 LibreOffice_project/d4d5ed47b6084125f28d269a5650105d54dde034</Application>
  <AppVersion>15.0000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terms:created xsi:type="dcterms:W3CDTF">2026-03-02T17:10:27Z</dcterms:created>
  <dc:creator/>
  <dc:description/>
  <dc:language>en-US</dc:language>
  <cp:lastModifiedBy/>
  <dcterms:modified xsi:type="dcterms:W3CDTF">2026-06-01T16:48:43Z</dcterms:modified>
  <cp:revision>4</cp:revision>
  <dc:subject/>
  <dc:title/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PresentationFormat">
    <vt:lpwstr>Widescreen</vt:lpwstr>
  </property>
  <property fmtid="{D5CDD505-2E9C-101B-9397-08002B2CF9AE}" pid="3" name="Slides">
    <vt:i4>9</vt:i4>
  </property>
</Properties>
</file>