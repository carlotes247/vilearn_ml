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(his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(his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(his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With harmonized 2-annotator labels + identical nested CV, our multimodal detector and the prior gaze×speaking QDA are statistically indistinguishable on every split (all n.s.) — our detector edges triads, gaze edges dyads. Nothing survives Bonferroni vs chance (n=8–20 underpowered).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Carlos's published baseline was itself depressed by a label time-stretch bug (clean QDA 0.67 vs published 0.60)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